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77440" y="8229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à Docker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2377440" y="1783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 pour les équipes DevOps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2834640"/>
            <a:ext cx="8229600" cy="1463040"/>
          </a:xfrm>
          <a:prstGeom prst="rect">
            <a:avLst/>
          </a:prstGeom>
          <a:solidFill>
            <a:srgbClr val="1322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926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"It works on my machine" — fin de l'excuse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" y="35661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rend vos environnements reproductibles, portables et collaboratifs.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DevOps —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051560"/>
          </a:xfrm>
          <a:prstGeom prst="rect">
            <a:avLst/>
          </a:prstGeom>
          <a:solidFill>
            <a:srgbClr val="1322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" cy="10515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280160"/>
            <a:ext cx="466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Docker existe-t-il 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4114800" cy="1051560"/>
          </a:xfrm>
          <a:prstGeom prst="rect">
            <a:avLst/>
          </a:prstGeom>
          <a:solidFill>
            <a:srgbClr val="1322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240280"/>
            <a:ext cx="502920" cy="10515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514600"/>
            <a:ext cx="466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3317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fondamentaux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7889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conteneurs, registry, Dockerfile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4114800" cy="1051560"/>
          </a:xfrm>
          <a:prstGeom prst="rect">
            <a:avLst/>
          </a:prstGeom>
          <a:solidFill>
            <a:srgbClr val="1322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474720"/>
            <a:ext cx="502920" cy="10515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749040"/>
            <a:ext cx="466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5661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live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0233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Run → Debug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4114800" cy="1051560"/>
          </a:xfrm>
          <a:prstGeom prst="rect">
            <a:avLst/>
          </a:prstGeom>
          <a:solidFill>
            <a:srgbClr val="1322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005840"/>
            <a:ext cx="502920" cy="10515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280160"/>
            <a:ext cx="466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0680" y="10972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 équipe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15544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registry privé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240280"/>
            <a:ext cx="4114800" cy="1051560"/>
          </a:xfrm>
          <a:prstGeom prst="rect">
            <a:avLst/>
          </a:prstGeom>
          <a:solidFill>
            <a:srgbClr val="1322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240280"/>
            <a:ext cx="502920" cy="10515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2514600"/>
            <a:ext cx="466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40680" y="23317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27889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Multi-services en un fichier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474720"/>
            <a:ext cx="4114800" cy="1051560"/>
          </a:xfrm>
          <a:prstGeom prst="rect">
            <a:avLst/>
          </a:prstGeom>
          <a:solidFill>
            <a:srgbClr val="1322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474720"/>
            <a:ext cx="502920" cy="10515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749040"/>
            <a:ext cx="466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0680" y="35661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40680" y="40233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Sécurité, images légères, secrets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à résoudre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840480"/>
          </a:xfrm>
          <a:prstGeom prst="rect">
            <a:avLst/>
          </a:prstGeom>
          <a:solidFill>
            <a:srgbClr val="FFF0EE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Docker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"Ça marche sur ma machine !"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Conflits de dépendances entre projets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Environnements dev ≠ prod = bugs surprise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long et fastidieux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Déploiements fragiles et non reproductibles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023360" cy="3840480"/>
          </a:xfrm>
          <a:prstGeom prst="rect">
            <a:avLst/>
          </a:prstGeom>
          <a:solidFill>
            <a:srgbClr val="F0FFF4"/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Docker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image partout : dev, CI, prod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0574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Dépendances isolées par conteneur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651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: docker compose up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246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Déploiements reproductibles à 100%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8404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instantané par tag d'image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vs Conteneur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Virtuelle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200400" cy="475488"/>
          </a:xfrm>
          <a:prstGeom prst="rect">
            <a:avLst/>
          </a:prstGeom>
          <a:solidFill>
            <a:srgbClr val="E76F51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200400" cy="475488"/>
          </a:xfrm>
          <a:prstGeom prst="rect">
            <a:avLst/>
          </a:prstGeom>
          <a:solidFill>
            <a:srgbClr val="F4A261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2880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 / Libs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3200400" cy="475488"/>
          </a:xfrm>
          <a:prstGeom prst="rect">
            <a:avLst/>
          </a:prstGeom>
          <a:solidFill>
            <a:srgbClr val="E9C46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Guest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3200400" cy="475488"/>
          </a:xfrm>
          <a:prstGeom prst="rect">
            <a:avLst/>
          </a:prstGeom>
          <a:solidFill>
            <a:srgbClr val="4A6272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2608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474720"/>
            <a:ext cx="3200400" cy="475488"/>
          </a:xfrm>
          <a:prstGeom prst="rect">
            <a:avLst/>
          </a:prstGeom>
          <a:solidFill>
            <a:srgbClr val="264653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7472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Host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3200400" cy="475488"/>
          </a:xfrm>
          <a:prstGeom prst="rect">
            <a:avLst/>
          </a:prstGeom>
          <a:solidFill>
            <a:srgbClr val="1A2B3C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02336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86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Conteneurs Docker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212080" y="1280160"/>
            <a:ext cx="320040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28016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12080" y="1828800"/>
            <a:ext cx="3200400" cy="475488"/>
          </a:xfrm>
          <a:prstGeom prst="rect">
            <a:avLst/>
          </a:prstGeom>
          <a:solidFill>
            <a:srgbClr val="0096C7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182880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212080" y="2377440"/>
            <a:ext cx="3200400" cy="475488"/>
          </a:xfrm>
          <a:prstGeom prst="rect">
            <a:avLst/>
          </a:prstGeom>
          <a:solidFill>
            <a:srgbClr val="0077B6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237744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 / Libs 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212080" y="2926080"/>
            <a:ext cx="3200400" cy="475488"/>
          </a:xfrm>
          <a:prstGeom prst="rect">
            <a:avLst/>
          </a:prstGeom>
          <a:solidFill>
            <a:srgbClr val="4A6272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292608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212080" y="3474720"/>
            <a:ext cx="3200400" cy="475488"/>
          </a:xfrm>
          <a:prstGeom prst="rect">
            <a:avLst/>
          </a:prstGeom>
          <a:solidFill>
            <a:srgbClr val="264653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347472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Host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212080" y="4023360"/>
            <a:ext cx="3200400" cy="475488"/>
          </a:xfrm>
          <a:prstGeom prst="rect">
            <a:avLst/>
          </a:prstGeom>
          <a:solidFill>
            <a:srgbClr val="1A2B3C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402336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160520" y="1280160"/>
            <a:ext cx="822960" cy="3291840"/>
          </a:xfrm>
          <a:prstGeom prst="rect">
            <a:avLst/>
          </a:prstGeom>
          <a:solidFill>
            <a:srgbClr val="1322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0520" y="15087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60520" y="26060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60520" y="37033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concepts fondamentaux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143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34440" y="15544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de construction de l'image. Il décrit l'environnement : OS, dépendances, code, commandes.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09160" y="10058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594360" cy="594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23560" y="1143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623560" y="15544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immuable et versionné de l'environnement. Partageable via un registry (Docker Hub, etc.).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20040" y="29718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520440"/>
            <a:ext cx="594360" cy="594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108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234440" y="35204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en cours d'exécution d'une image. Isolé, éphémère, démarrage en millisecondes.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709160" y="29718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520440"/>
            <a:ext cx="594360" cy="5943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23560" y="3108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623560" y="35204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Entrepôt d'images. Docker Hub (public) ou votre registry privé (GitLab, ECR, Harbor…).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Dockerfile concret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029200" cy="3931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4663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Image de base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node:20-alpine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Copier et installer les dépendances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package*.json 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ci --only=production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Copier le code source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Port et commande de démarrage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</a:t>
            </a:r>
            <a:pPr indent="0" marL="0">
              <a:buNone/>
            </a:pP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3000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["node", "server.js"]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1280160"/>
            <a:ext cx="32004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1115568"/>
            <a:ext cx="3108960" cy="347472"/>
          </a:xfrm>
          <a:prstGeom prst="rect">
            <a:avLst/>
          </a:prstGeom>
          <a:solidFill>
            <a:srgbClr val="132236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0" y="111556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Image officielle légère Alpine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94960" y="2011680"/>
            <a:ext cx="32004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15000" y="1847088"/>
            <a:ext cx="3108960" cy="347472"/>
          </a:xfrm>
          <a:prstGeom prst="rect">
            <a:avLst/>
          </a:prstGeom>
          <a:solidFill>
            <a:srgbClr val="132236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184708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Répertoire dans le conteneur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0" y="2697480"/>
            <a:ext cx="32004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2532888"/>
            <a:ext cx="3108960" cy="347472"/>
          </a:xfrm>
          <a:prstGeom prst="rect">
            <a:avLst/>
          </a:prstGeom>
          <a:solidFill>
            <a:srgbClr val="132236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253288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Layer caché pour le cache npm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3429000"/>
            <a:ext cx="32004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3264408"/>
            <a:ext cx="3108960" cy="347472"/>
          </a:xfrm>
          <a:prstGeom prst="rect">
            <a:avLst/>
          </a:prstGeom>
          <a:solidFill>
            <a:srgbClr val="132236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326440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Votre application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94960" y="4069080"/>
            <a:ext cx="32004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15000" y="3904488"/>
            <a:ext cx="3108960" cy="347472"/>
          </a:xfrm>
          <a:prstGeom prst="rect">
            <a:avLst/>
          </a:prstGeom>
          <a:solidFill>
            <a:srgbClr val="132236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390448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Port exposé + commande de démarrage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essentielles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12064"/>
          </a:xfrm>
          <a:prstGeom prst="rect">
            <a:avLst/>
          </a:prstGeom>
          <a:solidFill>
            <a:srgbClr val="132236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777240" cy="5120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777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950976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mon-app:1.0 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0" y="950976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une image depuis le Dockerfile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499616"/>
            <a:ext cx="8412480" cy="512064"/>
          </a:xfrm>
          <a:prstGeom prst="rect">
            <a:avLst/>
          </a:prstGeom>
          <a:solidFill>
            <a:srgbClr val="132236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99616"/>
            <a:ext cx="777240" cy="5120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99616"/>
            <a:ext cx="777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34440" y="1536192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8080:3000 mon-app:1.0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0" y="1536192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un conteneur (port host:port container)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084832"/>
            <a:ext cx="8412480" cy="512064"/>
          </a:xfrm>
          <a:prstGeom prst="rect">
            <a:avLst/>
          </a:prstGeom>
          <a:solidFill>
            <a:srgbClr val="132236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084832"/>
            <a:ext cx="777240" cy="5120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84832"/>
            <a:ext cx="777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2121408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--name api mon-app:1.0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0" y="2121408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détaché, avec un nom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670048"/>
            <a:ext cx="8412480" cy="512064"/>
          </a:xfrm>
          <a:prstGeom prst="rect">
            <a:avLst/>
          </a:prstGeom>
          <a:solidFill>
            <a:srgbClr val="132236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670048"/>
            <a:ext cx="777240" cy="5120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670048"/>
            <a:ext cx="777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34440" y="2706624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-f api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0" y="2706624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les logs en temps réel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255264"/>
            <a:ext cx="8412480" cy="512064"/>
          </a:xfrm>
          <a:prstGeom prst="rect">
            <a:avLst/>
          </a:prstGeom>
          <a:solidFill>
            <a:srgbClr val="132236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255264"/>
            <a:ext cx="777240" cy="5120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55264"/>
            <a:ext cx="777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34440" y="329184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api sh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0" y="329184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un shell dans le conteneur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840480"/>
            <a:ext cx="8412480" cy="512064"/>
          </a:xfrm>
          <a:prstGeom prst="rect">
            <a:avLst/>
          </a:prstGeom>
          <a:solidFill>
            <a:srgbClr val="132236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840480"/>
            <a:ext cx="777240" cy="5120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840480"/>
            <a:ext cx="777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234440" y="3877056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669280" y="3877056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 les conteneurs en cours d'exécution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4425696"/>
            <a:ext cx="8412480" cy="512064"/>
          </a:xfrm>
          <a:prstGeom prst="rect">
            <a:avLst/>
          </a:prstGeom>
          <a:solidFill>
            <a:srgbClr val="132236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4425696"/>
            <a:ext cx="777240" cy="5120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425696"/>
            <a:ext cx="777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234440" y="4462272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 -f api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669280" y="4462272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Stopper et supprimer un conteneur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— multi-services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029200" cy="3977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4663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</a:t>
            </a:r>
            <a:pPr indent="0" marL="0">
              <a:buNone/>
            </a:pPr>
            <a:r>
              <a:rPr lang="en-US" sz="11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"3.9"
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app: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["8080:3000"]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[db, redis]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postgres:16-alpine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POSTGRES_PASSWORD: </a:t>
            </a:r>
            <a:pPr indent="0" marL="0">
              <a:buNone/>
            </a:pPr>
            <a:r>
              <a:rPr lang="en-US" sz="11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${DB_PASS}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pg-data:/var/lib/postgresql/data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redis: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redis:7-alpine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pg-data:
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0" y="960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Compose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77840" y="1417320"/>
            <a:ext cx="3383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1463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17830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tous les services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577840" y="2240280"/>
            <a:ext cx="3383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2286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26060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Arrêter et supprimer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77840" y="3063240"/>
            <a:ext cx="3383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3108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logs -f app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34290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d'un service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77840" y="3886200"/>
            <a:ext cx="3383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42519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 tous les services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77840" y="4617720"/>
            <a:ext cx="3383280" cy="274320"/>
          </a:xfrm>
          <a:prstGeom prst="rect">
            <a:avLst/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4617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Un seul fichier pour toute votre stack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ses conteneurs — en pratique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937760" cy="4160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— exemple sécurisé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Multi-stage : build séparé de prod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node:20 </a:t>
            </a:r>
            <a:pPr indent="0" marL="0">
              <a:buNone/>
            </a:pPr>
            <a:r>
              <a:rPr lang="en-US" sz="100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/app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. &amp;&amp;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ci &amp;&amp; npm run build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Image de prod minimale (Alpine)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node:20-alpine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/app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--from=builder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/app/dist ./dist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Utilisateur non-root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addgroup -S app &amp;&amp; adduser -S app -G app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Health check natif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HEALTHCHECK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--interval=30s --timeout=5s \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CMD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wget -qO- http://localhost:3000/health || exit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3000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["node", "dist/server.js"]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40680" y="822960"/>
            <a:ext cx="3383280" cy="987552"/>
          </a:xfrm>
          <a:prstGeom prst="rect">
            <a:avLst/>
          </a:prstGeom>
          <a:solidFill>
            <a:srgbClr val="132236"/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32120" y="8686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Filesystem read-only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32120" y="1170432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--read-only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--tmpfs /tmp mon-app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40680" y="1901952"/>
            <a:ext cx="3383280" cy="987552"/>
          </a:xfrm>
          <a:prstGeom prst="rect">
            <a:avLst/>
          </a:prstGeom>
          <a:solidFill>
            <a:srgbClr val="132236"/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19476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 Limiter les capabilities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32120" y="2249424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--cap-drop ALL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--cap-add NET_BIND_SERVICE mon-app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40680" y="2980944"/>
            <a:ext cx="3383280" cy="987552"/>
          </a:xfrm>
          <a:prstGeom prst="rect">
            <a:avLst/>
          </a:prstGeom>
          <a:solidFill>
            <a:srgbClr val="132236"/>
          </a:solidFill>
          <a:ln w="19050">
            <a:solidFill>
              <a:srgbClr val="7B2D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302666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Limiter les ressources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32120" y="3328416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--memory=512m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--cpus=0.5 --pids-limit=100 mon-app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40680" y="4059936"/>
            <a:ext cx="3383280" cy="987552"/>
          </a:xfrm>
          <a:prstGeom prst="rect">
            <a:avLst/>
          </a:prstGeom>
          <a:solidFill>
            <a:srgbClr val="132236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41056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Scanner les CVE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32120" y="4407408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trivy image mon-app:1.0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scout cves mon-app:1.0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pratiques — ce qu'on apprend en prod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1353312"/>
          </a:xfrm>
          <a:prstGeom prst="rect">
            <a:avLst/>
          </a:prstGeom>
          <a:solidFill>
            <a:srgbClr val="FFFFFF"/>
          </a:solidFill>
          <a:ln w="19050">
            <a:solidFill>
              <a:srgbClr val="0077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54864" cy="135331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2354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Ne jamais utiliser :latest en prod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2286000" cy="566928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43584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 docker pull nginx:latest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 docker pull nginx:1.25.3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834640" y="1216152"/>
            <a:ext cx="1508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est un alias mouvant. Figer la version garantit la reproductibilité et évite les surprises au déploiement.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4206240" cy="1353312"/>
          </a:xfrm>
          <a:prstGeom prst="rect">
            <a:avLst/>
          </a:prstGeom>
          <a:solidFill>
            <a:srgbClr val="FFFFFF"/>
          </a:solidFill>
          <a:ln w="19050">
            <a:solidFill>
              <a:srgbClr val="2D6A4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68680"/>
            <a:ext cx="54864" cy="13533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92354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.dockerignore — toujours présent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92040" y="1234440"/>
            <a:ext cx="2286000" cy="566928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243584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node_modules/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*.key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coverage/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315200" y="1216152"/>
            <a:ext cx="1508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.dockerignore, node_modules est copié dans le contexte → build lent et image gonflée.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4206240" cy="1353312"/>
          </a:xfrm>
          <a:prstGeom prst="rect">
            <a:avLst/>
          </a:prstGeom>
          <a:solidFill>
            <a:srgbClr val="FFFFFF"/>
          </a:solidFill>
          <a:ln w="19050">
            <a:solidFill>
              <a:srgbClr val="7B2D8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331720"/>
            <a:ext cx="54864" cy="135331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38658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Optimiser l'ordre des layers pour le cache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2697480"/>
            <a:ext cx="2286000" cy="566928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06624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Dépendances d'abord, code ensuite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package*.json 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ci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834640" y="2679192"/>
            <a:ext cx="1508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invalide le cache à partir du premier COPY/RUN modifié. Mettre le code après les deps = npm ci caché.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331720"/>
            <a:ext cx="4206240" cy="1353312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331720"/>
            <a:ext cx="54864" cy="13533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38658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Inspecter une image inconnue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92040" y="2697480"/>
            <a:ext cx="2286000" cy="566928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706624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 inspect nginx:1.25.3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history nginx:1.25.3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dive nginx:1.25.3  # outil tiers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315200" y="2679192"/>
            <a:ext cx="1508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 permet de visualiser chaque layer et d'identifier les fichiers qui gonflent inutilement l'image.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794760"/>
            <a:ext cx="4206240" cy="1353312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794760"/>
            <a:ext cx="54864" cy="13533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84962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Réseau entre conteneurs (Compose)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11480" y="4160520"/>
            <a:ext cx="2286000" cy="566928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169664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Dans le code, utiliser le nom du service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DB_HOST=db   # pas 'localhost' !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834640" y="4142232"/>
            <a:ext cx="1508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crée un réseau bridge par défaut. Les services se joignent par leur nom, pas par l'IP.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794760"/>
            <a:ext cx="4206240" cy="1353312"/>
          </a:xfrm>
          <a:prstGeom prst="rect">
            <a:avLst/>
          </a:prstGeom>
          <a:solidFill>
            <a:srgbClr val="FFFFFF"/>
          </a:solidFill>
          <a:ln w="19050">
            <a:solidFill>
              <a:srgbClr val="4A627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794760"/>
            <a:ext cx="54864" cy="1353312"/>
          </a:xfrm>
          <a:prstGeom prst="rect">
            <a:avLst/>
          </a:prstGeom>
          <a:solidFill>
            <a:srgbClr val="4A6272"/>
          </a:solidFill>
          <a:ln w="12700">
            <a:solidFill>
              <a:srgbClr val="4A62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84962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Nettoyer régulièrement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92040" y="4160520"/>
            <a:ext cx="2286000" cy="566928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4169664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system prune -af --volumes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 prune -a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315200" y="4142232"/>
            <a:ext cx="1508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images orphelines et les volumes inutilisés peuvent vite consommer plusieurs dizaines de Go.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27432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solidFill>
            <a:srgbClr val="132236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60604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Docker résout le problème de reproductibilité des environnements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31520" y="3026664"/>
            <a:ext cx="7680960" cy="365760"/>
          </a:xfrm>
          <a:prstGeom prst="rect">
            <a:avLst/>
          </a:prstGeom>
          <a:solidFill>
            <a:srgbClr val="132236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026664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Image = recette immuable. Conteneur = instance isolée en cours d'exécution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1520" y="3447288"/>
            <a:ext cx="7680960" cy="365760"/>
          </a:xfrm>
          <a:prstGeom prst="rect">
            <a:avLst/>
          </a:prstGeom>
          <a:solidFill>
            <a:srgbClr val="132236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447288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Maîtrisez build / run / exec / logs — la base du quotidien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31520" y="3867912"/>
            <a:ext cx="7680960" cy="365760"/>
          </a:xfrm>
          <a:prstGeom prst="rect">
            <a:avLst/>
          </a:prstGeom>
          <a:solidFill>
            <a:srgbClr val="132236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3867912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Docker Compose orchestre vos stacks multi-services localement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31520" y="4288536"/>
            <a:ext cx="7680960" cy="365760"/>
          </a:xfrm>
          <a:prstGeom prst="rect">
            <a:avLst/>
          </a:prstGeom>
          <a:solidFill>
            <a:srgbClr val="132236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4288536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Sécurité : non-root, Alpine, read-only, cap-drop, scan CVE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31520" y="4709160"/>
            <a:ext cx="7680960" cy="365760"/>
          </a:xfrm>
          <a:prstGeom prst="rect">
            <a:avLst/>
          </a:prstGeom>
          <a:solidFill>
            <a:srgbClr val="132236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470916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Optimisez les layers, versionez vos images, et nettoyez régulièrement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Questions ? 🙋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à Docker</dc:title>
  <dc:subject>PptxGenJS Presentation</dc:subject>
  <dc:creator>PptxGenJS</dc:creator>
  <cp:lastModifiedBy>PptxGenJS</cp:lastModifiedBy>
  <cp:revision>1</cp:revision>
  <dcterms:created xsi:type="dcterms:W3CDTF">2026-04-23T07:40:49Z</dcterms:created>
  <dcterms:modified xsi:type="dcterms:W3CDTF">2026-04-23T07:40:49Z</dcterms:modified>
</cp:coreProperties>
</file>