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39" r:id="rId2"/>
    <p:sldId id="312" r:id="rId3"/>
    <p:sldId id="425" r:id="rId4"/>
    <p:sldId id="492" r:id="rId5"/>
    <p:sldId id="499" r:id="rId6"/>
    <p:sldId id="496" r:id="rId7"/>
    <p:sldId id="500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wan LE PALLEC" initials="ELP" lastIdx="3" clrIdx="0">
    <p:extLst>
      <p:ext uri="{19B8F6BF-5375-455C-9EA6-DF929625EA0E}">
        <p15:presenceInfo xmlns:p15="http://schemas.microsoft.com/office/powerpoint/2012/main" userId="S-1-5-21-321473557-24717915-311576647-47410" providerId="AD"/>
      </p:ext>
    </p:extLst>
  </p:cmAuthor>
  <p:cmAuthor id="2" name="Thierry BLAISE - Contractor" initials="TB-C" lastIdx="28" clrIdx="1">
    <p:extLst>
      <p:ext uri="{19B8F6BF-5375-455C-9EA6-DF929625EA0E}">
        <p15:presenceInfo xmlns:p15="http://schemas.microsoft.com/office/powerpoint/2012/main" userId="S-1-5-21-321473557-24717915-311576647-1860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9D"/>
    <a:srgbClr val="ECECEF"/>
    <a:srgbClr val="E5E5E5"/>
    <a:srgbClr val="3F7E44"/>
    <a:srgbClr val="FD6925"/>
    <a:srgbClr val="4C9F38"/>
    <a:srgbClr val="FF3A21"/>
    <a:srgbClr val="F9FDFE"/>
    <a:srgbClr val="A21942"/>
    <a:srgbClr val="21C9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07" autoAdjust="0"/>
    <p:restoredTop sz="96069" autoAdjust="0"/>
  </p:normalViewPr>
  <p:slideViewPr>
    <p:cSldViewPr snapToGrid="0">
      <p:cViewPr>
        <p:scale>
          <a:sx n="66" d="100"/>
          <a:sy n="66" d="100"/>
        </p:scale>
        <p:origin x="568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5EE7A180-8B55-4601-A0F0-4D1F201244DA}" type="datetimeFigureOut">
              <a:rPr lang="fr-FR" smtClean="0"/>
              <a:pPr/>
              <a:t>12/03/2026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9BE9453D-9CCC-4051-9DF8-37E3D8CCF79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187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user/thethalesgroup" TargetMode="External"/><Relationship Id="rId3" Type="http://schemas.openxmlformats.org/officeDocument/2006/relationships/image" Target="../media/image15.png"/><Relationship Id="rId7" Type="http://schemas.openxmlformats.org/officeDocument/2006/relationships/hyperlink" Target="https://twitter.com/thalesgroup" TargetMode="External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thalesgroup" TargetMode="External"/><Relationship Id="rId5" Type="http://schemas.openxmlformats.org/officeDocument/2006/relationships/hyperlink" Target="https://www.linkedin.com/company/thales/" TargetMode="External"/><Relationship Id="rId4" Type="http://schemas.openxmlformats.org/officeDocument/2006/relationships/hyperlink" Target="https://www.thalesgroup.com/" TargetMode="Externa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18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20.sv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16.png"/><Relationship Id="rId9" Type="http://schemas.openxmlformats.org/officeDocument/2006/relationships/image" Target="../media/image20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thalesgroup.com/" TargetMode="Externa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2A98F7-F159-F60F-46D6-839BCF4392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12190592" cy="685720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50207CD-A770-7650-0856-F0FB42E743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 userDrawn="1"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F45B7-71C6-1485-8A5A-3C39FEF1F517}"/>
              </a:ext>
            </a:extLst>
          </p:cNvPr>
          <p:cNvSpPr txBox="1"/>
          <p:nvPr userDrawn="1"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FAD99C-B3D0-6CC4-860A-EB979C5D2128}"/>
              </a:ext>
            </a:extLst>
          </p:cNvPr>
          <p:cNvGrpSpPr/>
          <p:nvPr userDrawn="1"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FF10F7-10F5-C7BE-C835-D27D10041F98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C2173D-56FC-54AF-C5C3-B862515738EB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FD627E-F237-0CC9-C8A4-3F6613BF9F76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E9FBDC-E897-2260-A6D3-B94078A06D85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554A99-F280-ECBC-5040-1D836A6DD648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33B586-655C-01D5-4699-100F1A421A9C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23DFB61-E7B1-6AEA-34E0-0A1DB732A342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AFF4072-8F4A-E478-F482-9ED5B0F350EC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16AB45-8239-150C-0FBE-209259A43BBD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EDB62C-D52B-9144-F165-85B46D6F286C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C6D49BA-18C3-3B72-D926-9B4ECC2B73E9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C52CD0D-0522-1461-1424-1059CE482BB9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39E712-BB45-C743-9A15-01C2F0757789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9AC4AF-2D1A-182B-ACCF-83792C6DB573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C3ACD8-4C77-3B34-6551-48F9845D0E1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A0A787-9BED-7877-FCD5-E8A12559716B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9D53C8E-111F-4520-8A3B-4D44F1740A04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3C8EDD-88A8-82C0-481C-9FD9DCD3A19F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2EE939-DA49-2A8B-6640-4F3B50318B90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4B16DD-F5E6-7B83-5BD1-C868DDC7235A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6CFDC2E-87CA-71B7-C428-4351F2D82929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7956CD-ED45-D90C-01E2-43B2B7A1E527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4E428F3-F2F4-A04A-2F1F-D8DD8E6E70A1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FB6309-09C6-2E46-FB94-22F3023A8133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E94E59-5191-C6C8-2447-61CB1D39D250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6445E18-845B-A8C6-4A60-2F5DE3A10396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0BF78F3-914C-585C-F344-8EFD5A902128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E0C273E-9E81-0B75-CE74-D208DE217BAA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BE02A2A-AE07-C1AC-CBC6-B65D0715134C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566DC1-46F3-0C21-B82C-B1408F39316A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A956B8-47E3-007C-1F06-B5BC4C0E5AE7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C56CEE-69A8-1A02-EF2D-F8C3BD2BAB6B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74E5F79-01C4-1CB3-F475-5B61A8B48410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ADCFAA3-31BF-5287-6072-60FEE7DDAD3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481D8D7-4765-4F92-876F-6014BAC18E15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5441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663909-A8CA-9DF6-B954-8622276E78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 userDrawn="1"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B1530-D5FA-027C-5074-206E6194C12C}"/>
              </a:ext>
            </a:extLst>
          </p:cNvPr>
          <p:cNvSpPr txBox="1"/>
          <p:nvPr userDrawn="1"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90D3D2-9C7F-3248-D2DB-57C3C97CAA4E}"/>
              </a:ext>
            </a:extLst>
          </p:cNvPr>
          <p:cNvGrpSpPr/>
          <p:nvPr userDrawn="1"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F48B101-99C4-D6A4-B835-DDA35556AF1C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0F785EC-ACA7-F065-A917-4D0214F24078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237177-08D2-2DC4-19BA-4F58D9780B18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C2F9D1-90E5-1399-AB73-D1972116AB8D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C0059D-C3D4-D5F4-A719-78C8024A2D17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8762EFA-DB3A-1734-6BC2-37E01105C2F5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DDF28C-D639-1ADC-4C02-69C2050E1EDF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15F1C0-3A40-B321-9E1C-6E7C45F770B2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214FB6-20A9-36B0-F0F1-1B9733FE8082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BB151D-3702-3017-1B89-3C7ABB8C0382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F66765C-B7E9-C3A6-5026-1B287B90431D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3BB0E0C-8245-DC03-E0D2-4E8B85EA5DB3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E7A2C7-ED4E-8B7F-B928-75616F84E2E6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325F47B-C482-B06D-0A71-07AFBC02233B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1F90EE-1F99-ED14-DA59-772368246FF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1D1C4E-4A08-7E4B-EE59-441DB7935806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A9689B-3F8B-16CA-90D0-6EAE5CD71F7F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6C9E2C3-5141-D356-2D45-B8ABE7B892B4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58046B0-6954-CCCD-29AD-64739DFF564B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78702D-9A87-8C17-1EA0-6578B0AE128E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4A1364-57CD-D8DA-9B68-A9A4060A9251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3A894E5-FA8A-1588-8ABF-AF3637A9F7AF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4C9624B-F8E3-85AA-2986-0909FE925255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DCEE73-CC6A-8C17-C7AF-36766DEA51D9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3A7474-0526-F336-D568-0F40AB0EDE87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2D0CE5-2CBA-3650-ABC4-CDD58FB224C4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249888E-934F-9B0B-2700-EF369D38D6F1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96CD30A-B564-ABD4-5F9F-015F33A3C0FB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020B317-FB69-E8AD-05FD-6C87FBC1BE8D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EC15C41-FFA9-39CB-698E-BE11BB7CB6A2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BBBE5D4-0930-5FAC-C148-B3B528F35B0D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1491-F2FF-A656-3BEC-5BE809F1C344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C6F22B1-CDBA-2043-1213-647D84503042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A01EC6-4EE1-0E36-738E-4D3D2629819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6624175-ADE2-8CBD-B95D-B156200F75A0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22578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91B1F2-EDBD-F0E5-18E0-4293E776FB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949700" y="0"/>
            <a:ext cx="8242300" cy="6102000"/>
          </a:xfrm>
          <a:custGeom>
            <a:avLst/>
            <a:gdLst>
              <a:gd name="connsiteX0" fmla="*/ 3254380 w 8242300"/>
              <a:gd name="connsiteY0" fmla="*/ 0 h 6102000"/>
              <a:gd name="connsiteX1" fmla="*/ 8242300 w 8242300"/>
              <a:gd name="connsiteY1" fmla="*/ 0 h 6102000"/>
              <a:gd name="connsiteX2" fmla="*/ 8242300 w 8242300"/>
              <a:gd name="connsiteY2" fmla="*/ 6076018 h 6102000"/>
              <a:gd name="connsiteX3" fmla="*/ 8228443 w 8242300"/>
              <a:gd name="connsiteY3" fmla="*/ 6102000 h 6102000"/>
              <a:gd name="connsiteX4" fmla="*/ 0 w 8242300"/>
              <a:gd name="connsiteY4" fmla="*/ 6102000 h 610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42300" h="6102000">
                <a:moveTo>
                  <a:pt x="3254380" y="0"/>
                </a:moveTo>
                <a:lnTo>
                  <a:pt x="8242300" y="0"/>
                </a:lnTo>
                <a:lnTo>
                  <a:pt x="8242300" y="6076018"/>
                </a:lnTo>
                <a:lnTo>
                  <a:pt x="8228443" y="6102000"/>
                </a:lnTo>
                <a:lnTo>
                  <a:pt x="0" y="6102000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5" name="Title 146">
            <a:extLst>
              <a:ext uri="{FF2B5EF4-FFF2-40B4-BE49-F238E27FC236}">
                <a16:creationId xmlns:a16="http://schemas.microsoft.com/office/drawing/2014/main" id="{8EB015E7-2B87-0782-45FD-A322B48CA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127672"/>
            <a:ext cx="3853950" cy="1846659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Chapter title</a:t>
            </a:r>
            <a:br>
              <a:rPr lang="en-GB" noProof="0" dirty="0"/>
            </a:br>
            <a:r>
              <a:rPr lang="en-GB" noProof="0" dirty="0"/>
              <a:t>One, two or three 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165D70-1CC5-41D3-B887-8286AC2B1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842682" cy="61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6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6000" y="1145369"/>
            <a:ext cx="8640000" cy="307777"/>
          </a:xfrm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00000"/>
              </a:lnSpc>
              <a:defRPr sz="2000" b="1" cap="all" spc="3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EF26AE-0E8B-41DE-038A-4F9ED9254CB9}"/>
              </a:ext>
            </a:extLst>
          </p:cNvPr>
          <p:cNvGrpSpPr/>
          <p:nvPr userDrawn="1"/>
        </p:nvGrpSpPr>
        <p:grpSpPr>
          <a:xfrm>
            <a:off x="5348942" y="1674097"/>
            <a:ext cx="1494116" cy="112014"/>
            <a:chOff x="10939447" y="523240"/>
            <a:chExt cx="1245096" cy="93345"/>
          </a:xfrm>
          <a:solidFill>
            <a:schemeClr val="tx2">
              <a:alpha val="20000"/>
            </a:schemeClr>
          </a:solidFill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5610C1ED-5852-0EE6-FF0A-96F4CB2CE64A}"/>
                </a:ext>
              </a:extLst>
            </p:cNvPr>
            <p:cNvSpPr/>
            <p:nvPr/>
          </p:nvSpPr>
          <p:spPr>
            <a:xfrm>
              <a:off x="1167806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343AB0C8-5813-3A04-543A-A355379EE61C}"/>
                </a:ext>
              </a:extLst>
            </p:cNvPr>
            <p:cNvSpPr/>
            <p:nvPr/>
          </p:nvSpPr>
          <p:spPr>
            <a:xfrm>
              <a:off x="1172151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E08D21E0-3ECF-9B08-C7A1-D04373449761}"/>
                </a:ext>
              </a:extLst>
            </p:cNvPr>
            <p:cNvSpPr/>
            <p:nvPr/>
          </p:nvSpPr>
          <p:spPr>
            <a:xfrm>
              <a:off x="1176495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9B6977C8-7F75-2A95-BA16-F0DBEB1C637D}"/>
                </a:ext>
              </a:extLst>
            </p:cNvPr>
            <p:cNvSpPr/>
            <p:nvPr/>
          </p:nvSpPr>
          <p:spPr>
            <a:xfrm>
              <a:off x="1180840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E1621F6-18AB-1F9C-E8A6-615290F012C1}"/>
                </a:ext>
              </a:extLst>
            </p:cNvPr>
            <p:cNvSpPr/>
            <p:nvPr/>
          </p:nvSpPr>
          <p:spPr>
            <a:xfrm>
              <a:off x="1185185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D7F90642-BEFD-C7CC-0AB6-542F734EC6BB}"/>
                </a:ext>
              </a:extLst>
            </p:cNvPr>
            <p:cNvSpPr/>
            <p:nvPr/>
          </p:nvSpPr>
          <p:spPr>
            <a:xfrm>
              <a:off x="1189530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C0FAD3C7-8B5D-D594-47C6-8C4075EEDA84}"/>
                </a:ext>
              </a:extLst>
            </p:cNvPr>
            <p:cNvSpPr/>
            <p:nvPr/>
          </p:nvSpPr>
          <p:spPr>
            <a:xfrm>
              <a:off x="1193875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EBCFCA6E-4C9C-8F1B-7470-1E3A399E1C0B}"/>
                </a:ext>
              </a:extLst>
            </p:cNvPr>
            <p:cNvSpPr/>
            <p:nvPr/>
          </p:nvSpPr>
          <p:spPr>
            <a:xfrm>
              <a:off x="1198219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455C98B-94C3-7DBA-72EF-5946B8FC5659}"/>
                </a:ext>
              </a:extLst>
            </p:cNvPr>
            <p:cNvSpPr/>
            <p:nvPr/>
          </p:nvSpPr>
          <p:spPr>
            <a:xfrm>
              <a:off x="120256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F6AECC36-A0CF-C556-EE65-AD7EC9BC4088}"/>
                </a:ext>
              </a:extLst>
            </p:cNvPr>
            <p:cNvSpPr/>
            <p:nvPr/>
          </p:nvSpPr>
          <p:spPr>
            <a:xfrm>
              <a:off x="120690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193D1796-0A04-4EBA-1454-F2C704880D8A}"/>
                </a:ext>
              </a:extLst>
            </p:cNvPr>
            <p:cNvSpPr/>
            <p:nvPr/>
          </p:nvSpPr>
          <p:spPr>
            <a:xfrm>
              <a:off x="121125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444A5F82-1CC1-2723-36BD-5E6A8DD02DB5}"/>
                </a:ext>
              </a:extLst>
            </p:cNvPr>
            <p:cNvSpPr/>
            <p:nvPr/>
          </p:nvSpPr>
          <p:spPr>
            <a:xfrm rot="10800000">
              <a:off x="1137392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5EC8A17-161A-52F3-F4A9-DBBB86DC6C17}"/>
                </a:ext>
              </a:extLst>
            </p:cNvPr>
            <p:cNvSpPr/>
            <p:nvPr/>
          </p:nvSpPr>
          <p:spPr>
            <a:xfrm rot="10800000">
              <a:off x="1133047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D794AC1-E3B5-5BC5-50D1-03D1CB2EA924}"/>
                </a:ext>
              </a:extLst>
            </p:cNvPr>
            <p:cNvSpPr/>
            <p:nvPr/>
          </p:nvSpPr>
          <p:spPr>
            <a:xfrm rot="10800000">
              <a:off x="1128703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FB7F060C-DB78-A9F5-E90C-C2F144895061}"/>
                </a:ext>
              </a:extLst>
            </p:cNvPr>
            <p:cNvSpPr/>
            <p:nvPr/>
          </p:nvSpPr>
          <p:spPr>
            <a:xfrm rot="10800000">
              <a:off x="1124358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EE4882FB-4370-85AD-7574-1A4373173CA0}"/>
                </a:ext>
              </a:extLst>
            </p:cNvPr>
            <p:cNvSpPr/>
            <p:nvPr/>
          </p:nvSpPr>
          <p:spPr>
            <a:xfrm rot="10800000">
              <a:off x="1120013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3C23D4FE-47CE-BC47-7291-20E7D63B222D}"/>
                </a:ext>
              </a:extLst>
            </p:cNvPr>
            <p:cNvSpPr/>
            <p:nvPr/>
          </p:nvSpPr>
          <p:spPr>
            <a:xfrm rot="10800000">
              <a:off x="1115668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0C8F840B-5FA1-787F-A5ED-AF39E9BC9521}"/>
                </a:ext>
              </a:extLst>
            </p:cNvPr>
            <p:cNvSpPr/>
            <p:nvPr/>
          </p:nvSpPr>
          <p:spPr>
            <a:xfrm rot="10800000">
              <a:off x="1111323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672792F1-9E05-B63F-2DEA-A5DE0295C132}"/>
                </a:ext>
              </a:extLst>
            </p:cNvPr>
            <p:cNvSpPr/>
            <p:nvPr/>
          </p:nvSpPr>
          <p:spPr>
            <a:xfrm rot="10800000">
              <a:off x="1106979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757632A1-2A6B-1A61-CED7-6AC55E3AE4FE}"/>
                </a:ext>
              </a:extLst>
            </p:cNvPr>
            <p:cNvSpPr/>
            <p:nvPr/>
          </p:nvSpPr>
          <p:spPr>
            <a:xfrm rot="10800000">
              <a:off x="110263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4CD700AC-2950-4BD9-AEA9-F649F9BFAE92}"/>
                </a:ext>
              </a:extLst>
            </p:cNvPr>
            <p:cNvSpPr/>
            <p:nvPr/>
          </p:nvSpPr>
          <p:spPr>
            <a:xfrm rot="10800000">
              <a:off x="109828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BA817A4-A3E4-94CB-83C3-D6F767DA3FEE}"/>
                </a:ext>
              </a:extLst>
            </p:cNvPr>
            <p:cNvSpPr/>
            <p:nvPr/>
          </p:nvSpPr>
          <p:spPr>
            <a:xfrm rot="10800000">
              <a:off x="109394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225BDD9E-FD33-866E-6890-16110B571DB3}"/>
                </a:ext>
              </a:extLst>
            </p:cNvPr>
            <p:cNvSpPr/>
            <p:nvPr/>
          </p:nvSpPr>
          <p:spPr>
            <a:xfrm>
              <a:off x="1141737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F2C15A61-EF71-9795-61EF-8C1617508400}"/>
                </a:ext>
              </a:extLst>
            </p:cNvPr>
            <p:cNvSpPr/>
            <p:nvPr/>
          </p:nvSpPr>
          <p:spPr>
            <a:xfrm>
              <a:off x="1146082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E632C2E-006D-D2F7-A5C6-ACAAB3CF37B9}"/>
                </a:ext>
              </a:extLst>
            </p:cNvPr>
            <p:cNvSpPr/>
            <p:nvPr/>
          </p:nvSpPr>
          <p:spPr>
            <a:xfrm>
              <a:off x="1150427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E1020044-98D4-DCF6-BADA-41E402526BB2}"/>
                </a:ext>
              </a:extLst>
            </p:cNvPr>
            <p:cNvSpPr/>
            <p:nvPr/>
          </p:nvSpPr>
          <p:spPr>
            <a:xfrm>
              <a:off x="1154771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930D4332-77DE-1477-2E43-28E85958F0DC}"/>
                </a:ext>
              </a:extLst>
            </p:cNvPr>
            <p:cNvSpPr/>
            <p:nvPr/>
          </p:nvSpPr>
          <p:spPr>
            <a:xfrm>
              <a:off x="1163461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DAAD660-5966-CDA2-8611-352F8D64C694}"/>
                </a:ext>
              </a:extLst>
            </p:cNvPr>
            <p:cNvSpPr/>
            <p:nvPr/>
          </p:nvSpPr>
          <p:spPr>
            <a:xfrm>
              <a:off x="1159116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D7629-7829-1ACA-7FA5-F08FD2F78C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6000" y="2007061"/>
            <a:ext cx="8640000" cy="212519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C3082-5820-F339-AA95-CC102FC67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977851"/>
            <a:ext cx="12192000" cy="104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5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C0E30FF-66C8-FE1B-6DD1-2B08249DE1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977317"/>
            <a:ext cx="11016000" cy="454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1615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9FC509B4-E51F-329B-2A99-317CD7C621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26802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DAB6E4D-62AB-AA15-F7C2-3F29D666E4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96000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28D82F2-F29C-887B-10F9-D273CE45B16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026802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5987CDC-F8C1-A05A-FC69-A462DA2F99C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96000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E9CFE75-402D-C2FC-1AD5-8D941F181C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26802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38D2D1E-6B09-24DC-B953-EFA4EE8F514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96000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71684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24D4E34D-C781-5CAC-ECB4-7C789CB39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000" y="1064645"/>
            <a:ext cx="11016000" cy="45400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223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1 Tex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800" y="756000"/>
            <a:ext cx="5245200" cy="738664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8800" y="1829976"/>
            <a:ext cx="5245200" cy="377469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48237A6D-51C3-E355-8308-D596CBF1D5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7998" y="756000"/>
            <a:ext cx="5245200" cy="4848670"/>
          </a:xfrm>
          <a:custGeom>
            <a:avLst/>
            <a:gdLst>
              <a:gd name="connsiteX0" fmla="*/ 4428704 w 5245200"/>
              <a:gd name="connsiteY0" fmla="*/ 4648972 h 4848670"/>
              <a:gd name="connsiteX1" fmla="*/ 4375398 w 5245200"/>
              <a:gd name="connsiteY1" fmla="*/ 4702972 h 4848670"/>
              <a:gd name="connsiteX2" fmla="*/ 4989488 w 5245200"/>
              <a:gd name="connsiteY2" fmla="*/ 4702972 h 4848670"/>
              <a:gd name="connsiteX3" fmla="*/ 5042794 w 5245200"/>
              <a:gd name="connsiteY3" fmla="*/ 4648972 h 4848670"/>
              <a:gd name="connsiteX4" fmla="*/ 259681 w 5245200"/>
              <a:gd name="connsiteY4" fmla="*/ 147616 h 4848670"/>
              <a:gd name="connsiteX5" fmla="*/ 206375 w 5245200"/>
              <a:gd name="connsiteY5" fmla="*/ 201616 h 4848670"/>
              <a:gd name="connsiteX6" fmla="*/ 820465 w 5245200"/>
              <a:gd name="connsiteY6" fmla="*/ 201616 h 4848670"/>
              <a:gd name="connsiteX7" fmla="*/ 873771 w 5245200"/>
              <a:gd name="connsiteY7" fmla="*/ 147616 h 4848670"/>
              <a:gd name="connsiteX8" fmla="*/ 203208 w 5245200"/>
              <a:gd name="connsiteY8" fmla="*/ 0 h 4848670"/>
              <a:gd name="connsiteX9" fmla="*/ 5245200 w 5245200"/>
              <a:gd name="connsiteY9" fmla="*/ 0 h 4848670"/>
              <a:gd name="connsiteX10" fmla="*/ 5245200 w 5245200"/>
              <a:gd name="connsiteY10" fmla="*/ 4645462 h 4848670"/>
              <a:gd name="connsiteX11" fmla="*/ 5041992 w 5245200"/>
              <a:gd name="connsiteY11" fmla="*/ 4848670 h 4848670"/>
              <a:gd name="connsiteX12" fmla="*/ 0 w 5245200"/>
              <a:gd name="connsiteY12" fmla="*/ 4848670 h 4848670"/>
              <a:gd name="connsiteX13" fmla="*/ 0 w 5245200"/>
              <a:gd name="connsiteY13" fmla="*/ 203208 h 484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45200" h="4848670">
                <a:moveTo>
                  <a:pt x="4428704" y="4648972"/>
                </a:moveTo>
                <a:lnTo>
                  <a:pt x="4375398" y="4702972"/>
                </a:lnTo>
                <a:lnTo>
                  <a:pt x="4989488" y="4702972"/>
                </a:lnTo>
                <a:lnTo>
                  <a:pt x="5042794" y="4648972"/>
                </a:lnTo>
                <a:close/>
                <a:moveTo>
                  <a:pt x="259681" y="147616"/>
                </a:moveTo>
                <a:lnTo>
                  <a:pt x="206375" y="201616"/>
                </a:lnTo>
                <a:lnTo>
                  <a:pt x="820465" y="201616"/>
                </a:lnTo>
                <a:lnTo>
                  <a:pt x="873771" y="147616"/>
                </a:lnTo>
                <a:close/>
                <a:moveTo>
                  <a:pt x="203208" y="0"/>
                </a:moveTo>
                <a:lnTo>
                  <a:pt x="5245200" y="0"/>
                </a:lnTo>
                <a:lnTo>
                  <a:pt x="5245200" y="4645462"/>
                </a:lnTo>
                <a:lnTo>
                  <a:pt x="5041992" y="4848670"/>
                </a:lnTo>
                <a:lnTo>
                  <a:pt x="0" y="4848670"/>
                </a:lnTo>
                <a:lnTo>
                  <a:pt x="0" y="203208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299525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C8F1ED06-ABC9-15DE-3DFC-435FFD6830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4252BFC-0528-6EFD-CF4B-B68A893B92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88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40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DFFA7BA-8B92-63C7-0617-55EAC8E11B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99601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3483BC5-601B-9EF8-DA44-7609BAAE9D3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3672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67C4BDF-6CB9-C058-FD2E-216AF7FA4E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90650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73C3076-1B04-8B01-02C5-C7E83957283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33342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5508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3707775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FF7AA0C-1628-04B2-6EA6-95C12083CDBE}"/>
              </a:ext>
            </a:extLst>
          </p:cNvPr>
          <p:cNvSpPr/>
          <p:nvPr userDrawn="1"/>
        </p:nvSpPr>
        <p:spPr>
          <a:xfrm>
            <a:off x="10507980" y="2035232"/>
            <a:ext cx="2186940" cy="4066767"/>
          </a:xfrm>
          <a:prstGeom prst="triangle">
            <a:avLst>
              <a:gd name="adj" fmla="val 10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800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+ 3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42B14D8D-4D87-52F8-13C3-24DF77E36B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32232"/>
            <a:ext cx="12192000" cy="788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44F21C-6A76-4EC9-B1CB-AE2844EC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16A03-4146-5F53-C0DA-9137DF974F0F}"/>
              </a:ext>
            </a:extLst>
          </p:cNvPr>
          <p:cNvSpPr/>
          <p:nvPr userDrawn="1"/>
        </p:nvSpPr>
        <p:spPr>
          <a:xfrm>
            <a:off x="0" y="1720666"/>
            <a:ext cx="12192000" cy="16378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C84C6E-F9BE-ECD5-4869-B01FD6AB479A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FFDC3944-E18B-AC06-5C2A-7B5D8E56D8B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579345D9-6E7C-5088-149B-38B1214DC31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B6834DB-5923-334A-8926-5B66A115A866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8FE4BCDB-0B84-365E-7300-1B9799D413C2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5827AC4-BA72-B581-7233-5C5F26E893C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6334529-E7E5-7866-4A09-6DB117F20F4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216F52D-19DA-813E-FC7B-8F6CC3280F2E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47C9705-C842-34B2-C62E-A93BB66EC3F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4FAAACF3-0BBD-5EE4-3111-D53D465EC3BD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BC4FF41-985A-D5EB-2EE2-84228D9BC2B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5797F5-F3DC-EC6B-1705-3E375ED808E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03787C70-7A9E-CF22-96F4-BAB137721EAF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F9F0163-3D81-A513-B47A-A11B93CCE7F6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6498ECF2-BE62-D029-7ECA-57ABE78D4C4B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9F9584FB-E328-225B-5B89-BA3F4914D9E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2E8EBD3-4263-1DFC-65B3-BBD0A43F5F0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AAB9B44-5483-DF54-44F1-3628A96EB604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75772A7-633B-9D97-EE91-776C95F183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F9FC028-4708-885E-114A-D802D74715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86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6FD0906-F55C-1E3B-DB7A-38B3875B4C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84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E0E445E-AD6B-A00F-33DA-9D62E60D3C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05A3C545-AF17-4B49-5ECC-854890DAAB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6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BC7298F-8BC9-1F06-C7EA-DB6BE45A94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4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285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s +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EFB1E-7F4C-5FAC-9ACB-A9CC85FBEB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69688"/>
            <a:ext cx="12192000" cy="55373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0CBF233-7292-62F9-0B19-20FF498A0D5F}"/>
              </a:ext>
            </a:extLst>
          </p:cNvPr>
          <p:cNvSpPr/>
          <p:nvPr userDrawn="1"/>
        </p:nvSpPr>
        <p:spPr>
          <a:xfrm>
            <a:off x="0" y="1720665"/>
            <a:ext cx="12192000" cy="234051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85077-0DD7-CF05-6283-2D63D04A0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 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CE19D61-03D3-9595-61F3-74B85D3D3C09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587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E84C83D-1F4D-D8FC-E4CD-FFD1E628E3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88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86CB433-3CFC-CC69-42B0-4862FE01451A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3015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2F4695A-3ABD-3CF2-C0BD-31DAC712E0CC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016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8B67D75-F6EE-25AA-2056-456E3F070B28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5443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50D413D3-6EC2-E5C9-EFA3-64F8324BC48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444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0C72ED-D692-A687-C13B-34B509A3E1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71999" y="1578576"/>
            <a:ext cx="4320000" cy="4073764"/>
          </a:xfr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5400000" scaled="1"/>
          </a:gradFill>
        </p:spPr>
        <p:txBody>
          <a:bodyPr vert="horz" lIns="540000" tIns="360000" rIns="540000" bIns="360000" rtlCol="0">
            <a:noAutofit/>
          </a:bodyPr>
          <a:lstStyle>
            <a:lvl1pPr marL="216000" indent="-216000"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lang="en-US" sz="2400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</a:lstStyle>
          <a:p>
            <a:pPr marL="0" lv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Title</a:t>
            </a:r>
          </a:p>
          <a:p>
            <a:pPr lvl="1">
              <a:spcBef>
                <a:spcPts val="1200"/>
              </a:spcBef>
              <a:buClrTx/>
            </a:pPr>
            <a:r>
              <a:rPr lang="en-US" dirty="0"/>
              <a:t>Second level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AFE733-1D17-D433-B6A4-2D1DB8DE51AC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1FF5C286-A3F3-8552-53E0-33623573294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454BEA95-E503-A134-5970-4028900C550F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D036B0A8-6297-AD7E-D57D-5A051148A313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D48E0E8B-65FF-C632-2635-7E5442B19077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FD3EF2BA-6E64-76F6-6E09-EC4ABC8587C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245F54C5-B052-73D3-6C7D-278D01D434F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0E3D9EAE-51D2-7060-9A73-4D9A8C4A3CB0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347D14FD-214D-601F-D5ED-7230C1D3465E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1FC57748-74FF-5242-7915-3A644789640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5E393AA9-8A2D-77A9-4038-95A90A22659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07EF7D0-0551-B497-8CD6-118F8DA38BD5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1A9272C-2DB3-E3DE-C21E-800B17B2F85E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D8156300-4934-B7AD-A755-96E9059EE4B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7DB2D5B-C826-89B4-6FCD-5C800E7EF61D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297FB1E-C558-4CD7-3501-325F77FE4611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EFBD691F-CCD9-A819-04A8-F2A7BBBBC1E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55383BEA-7D38-3C54-9F1E-9173C2632C08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47245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2853A-BC49-C201-9E3E-46E98164EC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04760"/>
            <a:ext cx="12192000" cy="1049842"/>
          </a:xfrm>
          <a:prstGeom prst="rect">
            <a:avLst/>
          </a:prstGeom>
        </p:spPr>
      </p:pic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30D17CB2-2739-C617-AD45-E3912CAD98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58525"/>
            <a:ext cx="12192000" cy="2743473"/>
          </a:xfrm>
          <a:prstGeom prst="rect">
            <a:avLst/>
          </a:prstGeom>
          <a:solidFill>
            <a:srgbClr val="ECECEF"/>
          </a:solidFill>
        </p:spPr>
        <p:txBody>
          <a:bodyPr wrap="square" tIns="0" bIns="216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9775-88BC-3818-5D95-5B11998783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3CD707-9A0B-2CF5-C079-BEF0CB78D227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35AD8C6E-20B1-A809-827C-0052C977D962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9C392785-BA90-8D03-76C6-C306A60C5655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6D69FAF0-B979-C60E-2402-6619E928DE5F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E2FA8DB5-C570-5601-055A-CE5923EE1B76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75D8C751-9F82-559A-00FF-2F677B9741F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C43C5A60-AAB5-3FD5-E004-4F5337420E0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B32DCB3D-5B50-CAF5-F3BD-4B79CD083A8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B68BD000-25A7-ECEE-8432-8B667FD4E65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B4067A74-31AE-047C-7E9A-002711B48B6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C92D3405-D6E0-C347-E57B-CF87855E50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1006B9A-43C7-403C-8D13-B58EA500308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D424315-1566-8B9D-E981-7272C10DCFE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2D6ACB48-A7FB-9774-2D1D-E4BD43B14C82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2E6044E-3469-2289-9F67-E6C457ABD08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7B5BFBD3-79E0-00DE-73AE-3AD51B0B61B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85960EC-3773-930D-6703-BEBD7BA2A8D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385AA103-76C9-ACFF-10CB-CE85CA60797A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C81E6365-421C-018C-B5CE-B1E8F1749C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998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8A82B05-DCC3-7CBE-78A4-DB40ED3B1849}"/>
              </a:ext>
            </a:extLst>
          </p:cNvPr>
          <p:cNvSpPr/>
          <p:nvPr/>
        </p:nvSpPr>
        <p:spPr>
          <a:xfrm>
            <a:off x="1036388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5919B8-E7D8-2E80-5011-3951A602996A}"/>
              </a:ext>
            </a:extLst>
          </p:cNvPr>
          <p:cNvGrpSpPr/>
          <p:nvPr/>
        </p:nvGrpSpPr>
        <p:grpSpPr>
          <a:xfrm>
            <a:off x="4873476" y="3284219"/>
            <a:ext cx="920602" cy="74305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2527DA1-5756-4FE1-47A7-E71A3FEF4B71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652E994-8427-AE9A-9503-CBD4C4AED01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3588D7F-6CF6-0A97-142A-DD911F2FFDD7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03E128F-D04E-988A-7041-EB5A3E74D341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96FCC49-B81B-62F6-17BD-4328F175F74F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D68D970-84F5-33A9-A90D-4A5E18845120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D99D4EA-232F-06E1-D854-2F7E32697CB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BE056EE-A89E-28F0-3980-601093F08B51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F7470B4B-0B40-6723-DA85-6EBCBAEB048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AE8BBCB-2669-4206-9E90-95D56AAD75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ADA5B50-D55B-1327-704B-CC0FF740D0C2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3C16DD71-620C-8863-F329-35D3481DC0C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8327EE15-AE9F-0FAD-CC8E-8D10970315A0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BAB9A9B0-ED0C-984C-D360-1BE663244808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DE0CCEB7-EC83-AF6E-67C6-1CFF311B3245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E6FED54B-0F3B-95EF-8871-34E7A387384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1BD78EC9-C24D-36EF-14BF-D55DDE9307F9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04990BCB-13B0-6825-976C-EF18813DF7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6000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Parallelogram 67">
            <a:extLst>
              <a:ext uri="{FF2B5EF4-FFF2-40B4-BE49-F238E27FC236}">
                <a16:creationId xmlns:a16="http://schemas.microsoft.com/office/drawing/2014/main" id="{BE59802F-051F-1D3D-233F-5F1B9556E21E}"/>
              </a:ext>
            </a:extLst>
          </p:cNvPr>
          <p:cNvSpPr/>
          <p:nvPr userDrawn="1"/>
        </p:nvSpPr>
        <p:spPr>
          <a:xfrm>
            <a:off x="6724390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73C1190-8A05-B6B1-9949-675A79A9CE59}"/>
              </a:ext>
            </a:extLst>
          </p:cNvPr>
          <p:cNvGrpSpPr/>
          <p:nvPr userDrawn="1"/>
        </p:nvGrpSpPr>
        <p:grpSpPr>
          <a:xfrm>
            <a:off x="10561478" y="3284219"/>
            <a:ext cx="920602" cy="74305"/>
            <a:chOff x="696000" y="1460737"/>
            <a:chExt cx="920602" cy="112014"/>
          </a:xfrm>
        </p:grpSpPr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CB5FD786-6DDE-63D5-2AAE-91AFFF211B5A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95026B7C-2B7A-1EA5-868D-75D288BE6F5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697C3B1E-A60F-CD72-CCB3-6AB47AB86629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10C16C27-6AF2-52C7-318A-634369D6910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7AC61264-90A3-8854-8F48-7B4175004DC8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F81B55F-7E5E-0F0A-F071-B0221A42BCA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EC62F885-2803-8BB4-CF11-FE3EA9B0BAC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A0428056-33BF-60EE-49CD-E3437C792116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E04E4A3C-CF84-BA33-F794-7E85044D1EBA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9D518E5D-6A4F-7C83-D2B0-B24149922C01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4CBFB45-888B-9CE6-3666-1AA0EA024FA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8639E0E5-7A56-0E5E-63F6-9C4A1BDAE14A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Parallelogram 81">
              <a:extLst>
                <a:ext uri="{FF2B5EF4-FFF2-40B4-BE49-F238E27FC236}">
                  <a16:creationId xmlns:a16="http://schemas.microsoft.com/office/drawing/2014/main" id="{0B8D335A-95D8-96F9-9BEA-BC3103C6254B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3" name="Parallelogram 82">
              <a:extLst>
                <a:ext uri="{FF2B5EF4-FFF2-40B4-BE49-F238E27FC236}">
                  <a16:creationId xmlns:a16="http://schemas.microsoft.com/office/drawing/2014/main" id="{1AE99D33-083B-EE23-B589-3FF9D2C0950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4" name="Parallelogram 83">
              <a:extLst>
                <a:ext uri="{FF2B5EF4-FFF2-40B4-BE49-F238E27FC236}">
                  <a16:creationId xmlns:a16="http://schemas.microsoft.com/office/drawing/2014/main" id="{F6183C56-9551-683A-09EB-18262FD5240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Parallelogram 84">
              <a:extLst>
                <a:ext uri="{FF2B5EF4-FFF2-40B4-BE49-F238E27FC236}">
                  <a16:creationId xmlns:a16="http://schemas.microsoft.com/office/drawing/2014/main" id="{48CE29AF-5DE7-0CD4-85E4-ECD3406109B1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6" name="Parallelogram 85">
              <a:extLst>
                <a:ext uri="{FF2B5EF4-FFF2-40B4-BE49-F238E27FC236}">
                  <a16:creationId xmlns:a16="http://schemas.microsoft.com/office/drawing/2014/main" id="{8C95D847-0DA5-AD49-C523-1C189FD62BD3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05144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200DF0-4F7F-C342-7F47-A55CFECDB887}"/>
              </a:ext>
            </a:extLst>
          </p:cNvPr>
          <p:cNvSpPr/>
          <p:nvPr userDrawn="1"/>
        </p:nvSpPr>
        <p:spPr>
          <a:xfrm>
            <a:off x="0" y="0"/>
            <a:ext cx="6096000" cy="6101998"/>
          </a:xfrm>
          <a:prstGeom prst="rect">
            <a:avLst/>
          </a:prstGeom>
          <a:gradFill flip="none" rotWithShape="1"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D77F530-EA1D-7650-4E2C-FABF39338F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000" y="1145650"/>
            <a:ext cx="4968000" cy="4540025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B13D357-30AB-D48C-0F86-A084C4FD01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3998" y="1145649"/>
            <a:ext cx="4968001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E2793-489B-8C33-B75F-CF4C9090E1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342B54C-873A-B0F6-AFBF-6A18BD2AAD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83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139760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Networks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C92611-765F-4938-04C4-9A93579A0D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53861"/>
            <a:ext cx="12192000" cy="58965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98F3710-4348-B002-9801-54B01B911A81}"/>
              </a:ext>
            </a:extLst>
          </p:cNvPr>
          <p:cNvSpPr/>
          <p:nvPr userDrawn="1"/>
        </p:nvSpPr>
        <p:spPr>
          <a:xfrm flipH="1">
            <a:off x="0" y="3429000"/>
            <a:ext cx="12192000" cy="2673000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7CCA3-8D7C-3F99-EBC8-AE0184FED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486" b="16223"/>
          <a:stretch/>
        </p:blipFill>
        <p:spPr>
          <a:xfrm>
            <a:off x="4387850" y="322433"/>
            <a:ext cx="7581900" cy="5784329"/>
          </a:xfrm>
          <a:prstGeom prst="rect">
            <a:avLst/>
          </a:prstGeom>
        </p:spPr>
      </p:pic>
      <p:sp>
        <p:nvSpPr>
          <p:cNvPr id="26" name="Rectangle: Rounded Corners 25">
            <a:hlinkClick r:id="rId4"/>
            <a:extLst>
              <a:ext uri="{FF2B5EF4-FFF2-40B4-BE49-F238E27FC236}">
                <a16:creationId xmlns:a16="http://schemas.microsoft.com/office/drawing/2014/main" id="{A0A56E25-BACC-941A-07FF-B2924EEE0A4B}"/>
              </a:ext>
            </a:extLst>
          </p:cNvPr>
          <p:cNvSpPr/>
          <p:nvPr userDrawn="1"/>
        </p:nvSpPr>
        <p:spPr>
          <a:xfrm>
            <a:off x="588000" y="3141000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F73478-4B42-86E1-C5C1-D1452156DBA8}"/>
              </a:ext>
            </a:extLst>
          </p:cNvPr>
          <p:cNvGrpSpPr/>
          <p:nvPr userDrawn="1"/>
        </p:nvGrpSpPr>
        <p:grpSpPr>
          <a:xfrm>
            <a:off x="671550" y="4428000"/>
            <a:ext cx="675000" cy="675000"/>
            <a:chOff x="671550" y="4428000"/>
            <a:chExt cx="675000" cy="675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F9F3573-2E23-6B37-3C1D-06E6E2FB5440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aphic 36">
              <a:extLst>
                <a:ext uri="{FF2B5EF4-FFF2-40B4-BE49-F238E27FC236}">
                  <a16:creationId xmlns:a16="http://schemas.microsoft.com/office/drawing/2014/main" id="{F2D16415-197B-E091-7A95-D7B79C5C9FFE}"/>
                </a:ext>
              </a:extLst>
            </p:cNvPr>
            <p:cNvGrpSpPr/>
            <p:nvPr/>
          </p:nvGrpSpPr>
          <p:grpSpPr>
            <a:xfrm>
              <a:off x="880295" y="4633340"/>
              <a:ext cx="257511" cy="257042"/>
              <a:chOff x="692960" y="4421656"/>
              <a:chExt cx="679218" cy="677982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611B14F-1F29-C671-7DFE-638D31ADC8DA}"/>
                  </a:ext>
                </a:extLst>
              </p:cNvPr>
              <p:cNvSpPr/>
              <p:nvPr/>
            </p:nvSpPr>
            <p:spPr>
              <a:xfrm>
                <a:off x="692960" y="4421656"/>
                <a:ext cx="163232" cy="677982"/>
              </a:xfrm>
              <a:custGeom>
                <a:avLst/>
                <a:gdLst>
                  <a:gd name="connsiteX0" fmla="*/ 11172 w 163232"/>
                  <a:gd name="connsiteY0" fmla="*/ 225119 h 677982"/>
                  <a:gd name="connsiteX1" fmla="*/ 152061 w 163232"/>
                  <a:gd name="connsiteY1" fmla="*/ 225119 h 677982"/>
                  <a:gd name="connsiteX2" fmla="*/ 152061 w 163232"/>
                  <a:gd name="connsiteY2" fmla="*/ 677983 h 677982"/>
                  <a:gd name="connsiteX3" fmla="*/ 11172 w 163232"/>
                  <a:gd name="connsiteY3" fmla="*/ 677983 h 677982"/>
                  <a:gd name="connsiteX4" fmla="*/ 11172 w 163232"/>
                  <a:gd name="connsiteY4" fmla="*/ 225119 h 677982"/>
                  <a:gd name="connsiteX5" fmla="*/ 81655 w 163232"/>
                  <a:gd name="connsiteY5" fmla="*/ 0 h 677982"/>
                  <a:gd name="connsiteX6" fmla="*/ 163232 w 163232"/>
                  <a:gd name="connsiteY6" fmla="*/ 81617 h 677982"/>
                  <a:gd name="connsiteX7" fmla="*/ 81655 w 163232"/>
                  <a:gd name="connsiteY7" fmla="*/ 163246 h 677982"/>
                  <a:gd name="connsiteX8" fmla="*/ 0 w 163232"/>
                  <a:gd name="connsiteY8" fmla="*/ 81617 h 677982"/>
                  <a:gd name="connsiteX9" fmla="*/ 81655 w 163232"/>
                  <a:gd name="connsiteY9" fmla="*/ 0 h 6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232" h="677982">
                    <a:moveTo>
                      <a:pt x="11172" y="225119"/>
                    </a:moveTo>
                    <a:lnTo>
                      <a:pt x="152061" y="225119"/>
                    </a:lnTo>
                    <a:lnTo>
                      <a:pt x="152061" y="677983"/>
                    </a:lnTo>
                    <a:lnTo>
                      <a:pt x="11172" y="677983"/>
                    </a:lnTo>
                    <a:lnTo>
                      <a:pt x="11172" y="225119"/>
                    </a:lnTo>
                    <a:close/>
                    <a:moveTo>
                      <a:pt x="81655" y="0"/>
                    </a:moveTo>
                    <a:cubicBezTo>
                      <a:pt x="126679" y="0"/>
                      <a:pt x="163232" y="36567"/>
                      <a:pt x="163232" y="81617"/>
                    </a:cubicBezTo>
                    <a:cubicBezTo>
                      <a:pt x="163232" y="126679"/>
                      <a:pt x="126679" y="163246"/>
                      <a:pt x="81655" y="163246"/>
                    </a:cubicBezTo>
                    <a:cubicBezTo>
                      <a:pt x="36451" y="163246"/>
                      <a:pt x="0" y="126680"/>
                      <a:pt x="0" y="81617"/>
                    </a:cubicBezTo>
                    <a:cubicBezTo>
                      <a:pt x="0" y="36567"/>
                      <a:pt x="36451" y="0"/>
                      <a:pt x="81655" y="0"/>
                    </a:cubicBezTo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D2A163E-3DEA-4B3A-6030-FF3145A634F5}"/>
                  </a:ext>
                </a:extLst>
              </p:cNvPr>
              <p:cNvSpPr/>
              <p:nvPr/>
            </p:nvSpPr>
            <p:spPr>
              <a:xfrm>
                <a:off x="933318" y="4635537"/>
                <a:ext cx="438860" cy="464101"/>
              </a:xfrm>
              <a:custGeom>
                <a:avLst/>
                <a:gdLst>
                  <a:gd name="connsiteX0" fmla="*/ 0 w 438860"/>
                  <a:gd name="connsiteY0" fmla="*/ 11237 h 464101"/>
                  <a:gd name="connsiteX1" fmla="*/ 134918 w 438860"/>
                  <a:gd name="connsiteY1" fmla="*/ 11237 h 464101"/>
                  <a:gd name="connsiteX2" fmla="*/ 134918 w 438860"/>
                  <a:gd name="connsiteY2" fmla="*/ 73148 h 464101"/>
                  <a:gd name="connsiteX3" fmla="*/ 136847 w 438860"/>
                  <a:gd name="connsiteY3" fmla="*/ 73148 h 464101"/>
                  <a:gd name="connsiteX4" fmla="*/ 270015 w 438860"/>
                  <a:gd name="connsiteY4" fmla="*/ 0 h 464101"/>
                  <a:gd name="connsiteX5" fmla="*/ 438861 w 438860"/>
                  <a:gd name="connsiteY5" fmla="*/ 215736 h 464101"/>
                  <a:gd name="connsiteX6" fmla="*/ 438861 w 438860"/>
                  <a:gd name="connsiteY6" fmla="*/ 464101 h 464101"/>
                  <a:gd name="connsiteX7" fmla="*/ 298125 w 438860"/>
                  <a:gd name="connsiteY7" fmla="*/ 464101 h 464101"/>
                  <a:gd name="connsiteX8" fmla="*/ 298125 w 438860"/>
                  <a:gd name="connsiteY8" fmla="*/ 243873 h 464101"/>
                  <a:gd name="connsiteX9" fmla="*/ 224991 w 438860"/>
                  <a:gd name="connsiteY9" fmla="*/ 123796 h 464101"/>
                  <a:gd name="connsiteX10" fmla="*/ 140580 w 438860"/>
                  <a:gd name="connsiteY10" fmla="*/ 240114 h 464101"/>
                  <a:gd name="connsiteX11" fmla="*/ 140580 w 438860"/>
                  <a:gd name="connsiteY11" fmla="*/ 464101 h 464101"/>
                  <a:gd name="connsiteX12" fmla="*/ 0 w 438860"/>
                  <a:gd name="connsiteY12" fmla="*/ 464101 h 464101"/>
                  <a:gd name="connsiteX13" fmla="*/ 0 w 438860"/>
                  <a:gd name="connsiteY13" fmla="*/ 11237 h 464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8860" h="464101">
                    <a:moveTo>
                      <a:pt x="0" y="11237"/>
                    </a:moveTo>
                    <a:lnTo>
                      <a:pt x="134918" y="11237"/>
                    </a:lnTo>
                    <a:lnTo>
                      <a:pt x="134918" y="73148"/>
                    </a:lnTo>
                    <a:lnTo>
                      <a:pt x="136847" y="73148"/>
                    </a:lnTo>
                    <a:cubicBezTo>
                      <a:pt x="155613" y="37545"/>
                      <a:pt x="201538" y="0"/>
                      <a:pt x="270015" y="0"/>
                    </a:cubicBezTo>
                    <a:cubicBezTo>
                      <a:pt x="412524" y="0"/>
                      <a:pt x="438861" y="93769"/>
                      <a:pt x="438861" y="215736"/>
                    </a:cubicBezTo>
                    <a:lnTo>
                      <a:pt x="438861" y="464101"/>
                    </a:lnTo>
                    <a:lnTo>
                      <a:pt x="298125" y="464101"/>
                    </a:lnTo>
                    <a:lnTo>
                      <a:pt x="298125" y="243873"/>
                    </a:lnTo>
                    <a:cubicBezTo>
                      <a:pt x="298125" y="191358"/>
                      <a:pt x="297224" y="123796"/>
                      <a:pt x="224991" y="123796"/>
                    </a:cubicBezTo>
                    <a:cubicBezTo>
                      <a:pt x="151754" y="123796"/>
                      <a:pt x="140580" y="181035"/>
                      <a:pt x="140580" y="240114"/>
                    </a:cubicBezTo>
                    <a:lnTo>
                      <a:pt x="140580" y="464101"/>
                    </a:lnTo>
                    <a:lnTo>
                      <a:pt x="0" y="464101"/>
                    </a:lnTo>
                    <a:lnTo>
                      <a:pt x="0" y="11237"/>
                    </a:lnTo>
                    <a:close/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Oval 30">
              <a:hlinkClick r:id="rId5"/>
              <a:extLst>
                <a:ext uri="{FF2B5EF4-FFF2-40B4-BE49-F238E27FC236}">
                  <a16:creationId xmlns:a16="http://schemas.microsoft.com/office/drawing/2014/main" id="{EAB8E4C6-7BE3-51ED-ABFC-964F6AE3729B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508168-1FBD-BCA0-1DED-C778795906F2}"/>
              </a:ext>
            </a:extLst>
          </p:cNvPr>
          <p:cNvGrpSpPr/>
          <p:nvPr userDrawn="1"/>
        </p:nvGrpSpPr>
        <p:grpSpPr>
          <a:xfrm>
            <a:off x="1542850" y="4428000"/>
            <a:ext cx="675000" cy="675000"/>
            <a:chOff x="1542850" y="4428000"/>
            <a:chExt cx="675000" cy="675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085314-3E35-DF8C-8E5B-1C7C3F36FB79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Graphic 84">
              <a:extLst>
                <a:ext uri="{FF2B5EF4-FFF2-40B4-BE49-F238E27FC236}">
                  <a16:creationId xmlns:a16="http://schemas.microsoft.com/office/drawing/2014/main" id="{4871053C-AB8F-A852-D3EF-93A5716708BA}"/>
                </a:ext>
              </a:extLst>
            </p:cNvPr>
            <p:cNvSpPr/>
            <p:nvPr/>
          </p:nvSpPr>
          <p:spPr>
            <a:xfrm>
              <a:off x="1781995" y="4581085"/>
              <a:ext cx="196710" cy="368831"/>
            </a:xfrm>
            <a:custGeom>
              <a:avLst/>
              <a:gdLst>
                <a:gd name="connsiteX0" fmla="*/ 85005 w 304800"/>
                <a:gd name="connsiteY0" fmla="*/ 571500 h 571500"/>
                <a:gd name="connsiteX1" fmla="*/ 85005 w 304800"/>
                <a:gd name="connsiteY1" fmla="*/ 323850 h 571500"/>
                <a:gd name="connsiteX2" fmla="*/ 0 w 304800"/>
                <a:gd name="connsiteY2" fmla="*/ 323850 h 571500"/>
                <a:gd name="connsiteX3" fmla="*/ 0 w 304800"/>
                <a:gd name="connsiteY3" fmla="*/ 209550 h 571500"/>
                <a:gd name="connsiteX4" fmla="*/ 85005 w 304800"/>
                <a:gd name="connsiteY4" fmla="*/ 209550 h 571500"/>
                <a:gd name="connsiteX5" fmla="*/ 85005 w 304800"/>
                <a:gd name="connsiteY5" fmla="*/ 129730 h 571500"/>
                <a:gd name="connsiteX6" fmla="*/ 217613 w 304800"/>
                <a:gd name="connsiteY6" fmla="*/ 0 h 571500"/>
                <a:gd name="connsiteX7" fmla="*/ 296005 w 304800"/>
                <a:gd name="connsiteY7" fmla="*/ 4003 h 571500"/>
                <a:gd name="connsiteX8" fmla="*/ 296005 w 304800"/>
                <a:gd name="connsiteY8" fmla="*/ 94869 h 571500"/>
                <a:gd name="connsiteX9" fmla="*/ 242210 w 304800"/>
                <a:gd name="connsiteY9" fmla="*/ 94893 h 571500"/>
                <a:gd name="connsiteX10" fmla="*/ 190500 w 304800"/>
                <a:gd name="connsiteY10" fmla="*/ 144353 h 571500"/>
                <a:gd name="connsiteX11" fmla="*/ 190500 w 304800"/>
                <a:gd name="connsiteY11" fmla="*/ 209550 h 571500"/>
                <a:gd name="connsiteX12" fmla="*/ 304800 w 304800"/>
                <a:gd name="connsiteY12" fmla="*/ 209550 h 571500"/>
                <a:gd name="connsiteX13" fmla="*/ 266700 w 304800"/>
                <a:gd name="connsiteY13" fmla="*/ 323850 h 571500"/>
                <a:gd name="connsiteX14" fmla="*/ 190500 w 304800"/>
                <a:gd name="connsiteY14" fmla="*/ 323850 h 571500"/>
                <a:gd name="connsiteX15" fmla="*/ 190500 w 304800"/>
                <a:gd name="connsiteY15" fmla="*/ 571500 h 571500"/>
                <a:gd name="connsiteX16" fmla="*/ 85005 w 304800"/>
                <a:gd name="connsiteY1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800" h="571500">
                  <a:moveTo>
                    <a:pt x="85005" y="571500"/>
                  </a:moveTo>
                  <a:lnTo>
                    <a:pt x="85005" y="323850"/>
                  </a:lnTo>
                  <a:lnTo>
                    <a:pt x="0" y="323850"/>
                  </a:lnTo>
                  <a:lnTo>
                    <a:pt x="0" y="209550"/>
                  </a:lnTo>
                  <a:lnTo>
                    <a:pt x="85005" y="209550"/>
                  </a:lnTo>
                  <a:lnTo>
                    <a:pt x="85005" y="129730"/>
                  </a:lnTo>
                  <a:cubicBezTo>
                    <a:pt x="85005" y="42782"/>
                    <a:pt x="140049" y="0"/>
                    <a:pt x="217613" y="0"/>
                  </a:cubicBezTo>
                  <a:cubicBezTo>
                    <a:pt x="254767" y="0"/>
                    <a:pt x="286699" y="2766"/>
                    <a:pt x="296005" y="4003"/>
                  </a:cubicBezTo>
                  <a:lnTo>
                    <a:pt x="296005" y="94869"/>
                  </a:lnTo>
                  <a:lnTo>
                    <a:pt x="242210" y="94893"/>
                  </a:lnTo>
                  <a:cubicBezTo>
                    <a:pt x="200026" y="94893"/>
                    <a:pt x="190500" y="114938"/>
                    <a:pt x="190500" y="144353"/>
                  </a:cubicBezTo>
                  <a:lnTo>
                    <a:pt x="190500" y="209550"/>
                  </a:lnTo>
                  <a:lnTo>
                    <a:pt x="304800" y="209550"/>
                  </a:lnTo>
                  <a:lnTo>
                    <a:pt x="266700" y="323850"/>
                  </a:lnTo>
                  <a:lnTo>
                    <a:pt x="190500" y="323850"/>
                  </a:lnTo>
                  <a:lnTo>
                    <a:pt x="190500" y="571500"/>
                  </a:lnTo>
                  <a:lnTo>
                    <a:pt x="85005" y="57150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Oval 36">
              <a:hlinkClick r:id="rId6"/>
              <a:extLst>
                <a:ext uri="{FF2B5EF4-FFF2-40B4-BE49-F238E27FC236}">
                  <a16:creationId xmlns:a16="http://schemas.microsoft.com/office/drawing/2014/main" id="{59DE552B-DD41-E6A5-FE2C-1B4E1B2BE8CB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2033FE2-6392-1D3C-2888-C5717CAEDDC1}"/>
              </a:ext>
            </a:extLst>
          </p:cNvPr>
          <p:cNvGrpSpPr/>
          <p:nvPr userDrawn="1"/>
        </p:nvGrpSpPr>
        <p:grpSpPr>
          <a:xfrm>
            <a:off x="2414150" y="4428000"/>
            <a:ext cx="675000" cy="675000"/>
            <a:chOff x="2414150" y="4428000"/>
            <a:chExt cx="675000" cy="675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749DE65-19B7-81BD-D406-55281469FA3E}"/>
                </a:ext>
              </a:extLst>
            </p:cNvPr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Graphic 47">
              <a:extLst>
                <a:ext uri="{FF2B5EF4-FFF2-40B4-BE49-F238E27FC236}">
                  <a16:creationId xmlns:a16="http://schemas.microsoft.com/office/drawing/2014/main" id="{21B156D2-05CA-B0B9-980F-74AE7F6A0F05}"/>
                </a:ext>
              </a:extLst>
            </p:cNvPr>
            <p:cNvSpPr/>
            <p:nvPr/>
          </p:nvSpPr>
          <p:spPr>
            <a:xfrm>
              <a:off x="2595051" y="4638236"/>
              <a:ext cx="313197" cy="254529"/>
            </a:xfrm>
            <a:custGeom>
              <a:avLst/>
              <a:gdLst>
                <a:gd name="connsiteX0" fmla="*/ 948974 w 948974"/>
                <a:gd name="connsiteY0" fmla="*/ 91294 h 771212"/>
                <a:gd name="connsiteX1" fmla="*/ 837152 w 948974"/>
                <a:gd name="connsiteY1" fmla="*/ 121951 h 771212"/>
                <a:gd name="connsiteX2" fmla="*/ 922757 w 948974"/>
                <a:gd name="connsiteY2" fmla="*/ 14237 h 771212"/>
                <a:gd name="connsiteX3" fmla="*/ 799125 w 948974"/>
                <a:gd name="connsiteY3" fmla="*/ 61484 h 771212"/>
                <a:gd name="connsiteX4" fmla="*/ 657015 w 948974"/>
                <a:gd name="connsiteY4" fmla="*/ 0 h 771212"/>
                <a:gd name="connsiteX5" fmla="*/ 462316 w 948974"/>
                <a:gd name="connsiteY5" fmla="*/ 194689 h 771212"/>
                <a:gd name="connsiteX6" fmla="*/ 467356 w 948974"/>
                <a:gd name="connsiteY6" fmla="*/ 239058 h 771212"/>
                <a:gd name="connsiteX7" fmla="*/ 66063 w 948974"/>
                <a:gd name="connsiteY7" fmla="*/ 35637 h 771212"/>
                <a:gd name="connsiteX8" fmla="*/ 39705 w 948974"/>
                <a:gd name="connsiteY8" fmla="*/ 133517 h 771212"/>
                <a:gd name="connsiteX9" fmla="*/ 126317 w 948974"/>
                <a:gd name="connsiteY9" fmla="*/ 295569 h 771212"/>
                <a:gd name="connsiteX10" fmla="*/ 38132 w 948974"/>
                <a:gd name="connsiteY10" fmla="*/ 271217 h 771212"/>
                <a:gd name="connsiteX11" fmla="*/ 38115 w 948974"/>
                <a:gd name="connsiteY11" fmla="*/ 273664 h 771212"/>
                <a:gd name="connsiteX12" fmla="*/ 194292 w 948974"/>
                <a:gd name="connsiteY12" fmla="*/ 464572 h 771212"/>
                <a:gd name="connsiteX13" fmla="*/ 142998 w 948974"/>
                <a:gd name="connsiteY13" fmla="*/ 471399 h 771212"/>
                <a:gd name="connsiteX14" fmla="*/ 106368 w 948974"/>
                <a:gd name="connsiteY14" fmla="*/ 467908 h 771212"/>
                <a:gd name="connsiteX15" fmla="*/ 288241 w 948974"/>
                <a:gd name="connsiteY15" fmla="*/ 603119 h 771212"/>
                <a:gd name="connsiteX16" fmla="*/ 46444 w 948974"/>
                <a:gd name="connsiteY16" fmla="*/ 686461 h 771212"/>
                <a:gd name="connsiteX17" fmla="*/ 0 w 948974"/>
                <a:gd name="connsiteY17" fmla="*/ 683742 h 771212"/>
                <a:gd name="connsiteX18" fmla="*/ 298447 w 948974"/>
                <a:gd name="connsiteY18" fmla="*/ 771212 h 771212"/>
                <a:gd name="connsiteX19" fmla="*/ 852389 w 948974"/>
                <a:gd name="connsiteY19" fmla="*/ 217265 h 771212"/>
                <a:gd name="connsiteX20" fmla="*/ 851826 w 948974"/>
                <a:gd name="connsiteY20" fmla="*/ 192079 h 771212"/>
                <a:gd name="connsiteX21" fmla="*/ 948974 w 948974"/>
                <a:gd name="connsiteY21" fmla="*/ 91294 h 771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8974" h="771212">
                  <a:moveTo>
                    <a:pt x="948974" y="91294"/>
                  </a:moveTo>
                  <a:cubicBezTo>
                    <a:pt x="914059" y="106778"/>
                    <a:pt x="876538" y="117246"/>
                    <a:pt x="837152" y="121951"/>
                  </a:cubicBezTo>
                  <a:cubicBezTo>
                    <a:pt x="877351" y="97856"/>
                    <a:pt x="908222" y="59701"/>
                    <a:pt x="922757" y="14237"/>
                  </a:cubicBezTo>
                  <a:cubicBezTo>
                    <a:pt x="885141" y="36549"/>
                    <a:pt x="843474" y="52752"/>
                    <a:pt x="799125" y="61484"/>
                  </a:cubicBezTo>
                  <a:cubicBezTo>
                    <a:pt x="763611" y="23644"/>
                    <a:pt x="713011" y="0"/>
                    <a:pt x="657015" y="0"/>
                  </a:cubicBezTo>
                  <a:cubicBezTo>
                    <a:pt x="549488" y="0"/>
                    <a:pt x="462316" y="87172"/>
                    <a:pt x="462316" y="194689"/>
                  </a:cubicBezTo>
                  <a:cubicBezTo>
                    <a:pt x="462316" y="209950"/>
                    <a:pt x="464038" y="224807"/>
                    <a:pt x="467356" y="239058"/>
                  </a:cubicBezTo>
                  <a:cubicBezTo>
                    <a:pt x="305548" y="230939"/>
                    <a:pt x="162089" y="153429"/>
                    <a:pt x="66063" y="35637"/>
                  </a:cubicBezTo>
                  <a:cubicBezTo>
                    <a:pt x="49305" y="64393"/>
                    <a:pt x="39705" y="97836"/>
                    <a:pt x="39705" y="133517"/>
                  </a:cubicBezTo>
                  <a:cubicBezTo>
                    <a:pt x="39705" y="201062"/>
                    <a:pt x="74077" y="260654"/>
                    <a:pt x="126317" y="295569"/>
                  </a:cubicBezTo>
                  <a:cubicBezTo>
                    <a:pt x="94402" y="294559"/>
                    <a:pt x="64382" y="285800"/>
                    <a:pt x="38132" y="271217"/>
                  </a:cubicBezTo>
                  <a:cubicBezTo>
                    <a:pt x="38118" y="272030"/>
                    <a:pt x="38115" y="272844"/>
                    <a:pt x="38115" y="273664"/>
                  </a:cubicBezTo>
                  <a:cubicBezTo>
                    <a:pt x="38115" y="367997"/>
                    <a:pt x="105226" y="446688"/>
                    <a:pt x="194292" y="464572"/>
                  </a:cubicBezTo>
                  <a:cubicBezTo>
                    <a:pt x="177954" y="469019"/>
                    <a:pt x="160754" y="471399"/>
                    <a:pt x="142998" y="471399"/>
                  </a:cubicBezTo>
                  <a:cubicBezTo>
                    <a:pt x="130452" y="471399"/>
                    <a:pt x="118256" y="470179"/>
                    <a:pt x="106368" y="467908"/>
                  </a:cubicBezTo>
                  <a:cubicBezTo>
                    <a:pt x="131144" y="545256"/>
                    <a:pt x="203045" y="601547"/>
                    <a:pt x="288241" y="603119"/>
                  </a:cubicBezTo>
                  <a:cubicBezTo>
                    <a:pt x="221608" y="655336"/>
                    <a:pt x="137659" y="686461"/>
                    <a:pt x="46444" y="686461"/>
                  </a:cubicBezTo>
                  <a:cubicBezTo>
                    <a:pt x="30728" y="686461"/>
                    <a:pt x="15230" y="685539"/>
                    <a:pt x="0" y="683742"/>
                  </a:cubicBezTo>
                  <a:cubicBezTo>
                    <a:pt x="86162" y="738982"/>
                    <a:pt x="188499" y="771212"/>
                    <a:pt x="298447" y="771212"/>
                  </a:cubicBezTo>
                  <a:cubicBezTo>
                    <a:pt x="656561" y="771212"/>
                    <a:pt x="852389" y="474545"/>
                    <a:pt x="852389" y="217265"/>
                  </a:cubicBezTo>
                  <a:cubicBezTo>
                    <a:pt x="852389" y="208824"/>
                    <a:pt x="852199" y="200428"/>
                    <a:pt x="851826" y="192079"/>
                  </a:cubicBezTo>
                  <a:cubicBezTo>
                    <a:pt x="889863" y="164628"/>
                    <a:pt x="922873" y="130337"/>
                    <a:pt x="948974" y="91294"/>
                  </a:cubicBezTo>
                  <a:close/>
                </a:path>
              </a:pathLst>
            </a:custGeom>
            <a:solidFill>
              <a:schemeClr val="bg1"/>
            </a:solidFill>
            <a:ln w="196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Oval 40">
              <a:hlinkClick r:id="rId7"/>
              <a:extLst>
                <a:ext uri="{FF2B5EF4-FFF2-40B4-BE49-F238E27FC236}">
                  <a16:creationId xmlns:a16="http://schemas.microsoft.com/office/drawing/2014/main" id="{BBAB6DC2-7423-1DE3-E114-D0841DB0DF08}"/>
                </a:ext>
              </a:extLst>
            </p:cNvPr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B401F0-7B23-0E70-A987-C44C85E3F865}"/>
              </a:ext>
            </a:extLst>
          </p:cNvPr>
          <p:cNvGrpSpPr/>
          <p:nvPr userDrawn="1"/>
        </p:nvGrpSpPr>
        <p:grpSpPr>
          <a:xfrm>
            <a:off x="3285450" y="4428000"/>
            <a:ext cx="675000" cy="675000"/>
            <a:chOff x="3285450" y="4428000"/>
            <a:chExt cx="675000" cy="675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8E769EA-0469-B4D5-0733-CA1925393D9E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DC4604B-DFB2-69D1-0C48-0E7E980498AC}"/>
                </a:ext>
              </a:extLst>
            </p:cNvPr>
            <p:cNvSpPr/>
            <p:nvPr/>
          </p:nvSpPr>
          <p:spPr>
            <a:xfrm>
              <a:off x="3454191" y="4646806"/>
              <a:ext cx="337518" cy="237389"/>
            </a:xfrm>
            <a:custGeom>
              <a:avLst/>
              <a:gdLst>
                <a:gd name="connsiteX0" fmla="*/ 376473 w 948974"/>
                <a:gd name="connsiteY0" fmla="*/ 190180 h 667449"/>
                <a:gd name="connsiteX1" fmla="*/ 376517 w 948974"/>
                <a:gd name="connsiteY1" fmla="*/ 456817 h 667449"/>
                <a:gd name="connsiteX2" fmla="*/ 632890 w 948974"/>
                <a:gd name="connsiteY2" fmla="*/ 323963 h 667449"/>
                <a:gd name="connsiteX3" fmla="*/ 474281 w 948974"/>
                <a:gd name="connsiteY3" fmla="*/ 0 h 667449"/>
                <a:gd name="connsiteX4" fmla="*/ 474693 w 948974"/>
                <a:gd name="connsiteY4" fmla="*/ 0 h 667449"/>
                <a:gd name="connsiteX5" fmla="*/ 806688 w 948974"/>
                <a:gd name="connsiteY5" fmla="*/ 9599 h 667449"/>
                <a:gd name="connsiteX6" fmla="*/ 901772 w 948974"/>
                <a:gd name="connsiteY6" fmla="*/ 49796 h 667449"/>
                <a:gd name="connsiteX7" fmla="*/ 939498 w 948974"/>
                <a:gd name="connsiteY7" fmla="*/ 143989 h 667449"/>
                <a:gd name="connsiteX8" fmla="*/ 948974 w 948974"/>
                <a:gd name="connsiteY8" fmla="*/ 297577 h 667449"/>
                <a:gd name="connsiteX9" fmla="*/ 948974 w 948974"/>
                <a:gd name="connsiteY9" fmla="*/ 369572 h 667449"/>
                <a:gd name="connsiteX10" fmla="*/ 939498 w 948974"/>
                <a:gd name="connsiteY10" fmla="*/ 523160 h 667449"/>
                <a:gd name="connsiteX11" fmla="*/ 901772 w 948974"/>
                <a:gd name="connsiteY11" fmla="*/ 617353 h 667449"/>
                <a:gd name="connsiteX12" fmla="*/ 806688 w 948974"/>
                <a:gd name="connsiteY12" fmla="*/ 657550 h 667449"/>
                <a:gd name="connsiteX13" fmla="*/ 474488 w 948974"/>
                <a:gd name="connsiteY13" fmla="*/ 667449 h 667449"/>
                <a:gd name="connsiteX14" fmla="*/ 151839 w 948974"/>
                <a:gd name="connsiteY14" fmla="*/ 657916 h 667449"/>
                <a:gd name="connsiteX15" fmla="*/ 47202 w 948974"/>
                <a:gd name="connsiteY15" fmla="*/ 617353 h 667449"/>
                <a:gd name="connsiteX16" fmla="*/ 9491 w 948974"/>
                <a:gd name="connsiteY16" fmla="*/ 523160 h 667449"/>
                <a:gd name="connsiteX17" fmla="*/ 0 w 948974"/>
                <a:gd name="connsiteY17" fmla="*/ 369572 h 667449"/>
                <a:gd name="connsiteX18" fmla="*/ 0 w 948974"/>
                <a:gd name="connsiteY18" fmla="*/ 297577 h 667449"/>
                <a:gd name="connsiteX19" fmla="*/ 9490 w 948974"/>
                <a:gd name="connsiteY19" fmla="*/ 143989 h 667449"/>
                <a:gd name="connsiteX20" fmla="*/ 47202 w 948974"/>
                <a:gd name="connsiteY20" fmla="*/ 49796 h 667449"/>
                <a:gd name="connsiteX21" fmla="*/ 142286 w 948974"/>
                <a:gd name="connsiteY21" fmla="*/ 9599 h 667449"/>
                <a:gd name="connsiteX22" fmla="*/ 474281 w 948974"/>
                <a:gd name="connsiteY22" fmla="*/ 0 h 66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8974" h="667449">
                  <a:moveTo>
                    <a:pt x="376473" y="190180"/>
                  </a:moveTo>
                  <a:lnTo>
                    <a:pt x="376517" y="456817"/>
                  </a:lnTo>
                  <a:lnTo>
                    <a:pt x="632890" y="323963"/>
                  </a:lnTo>
                  <a:close/>
                  <a:moveTo>
                    <a:pt x="474281" y="0"/>
                  </a:moveTo>
                  <a:lnTo>
                    <a:pt x="474693" y="0"/>
                  </a:lnTo>
                  <a:cubicBezTo>
                    <a:pt x="474693" y="0"/>
                    <a:pt x="673893" y="0"/>
                    <a:pt x="806688" y="9599"/>
                  </a:cubicBezTo>
                  <a:cubicBezTo>
                    <a:pt x="825238" y="11812"/>
                    <a:pt x="865686" y="11999"/>
                    <a:pt x="901772" y="49796"/>
                  </a:cubicBezTo>
                  <a:cubicBezTo>
                    <a:pt x="930224" y="78594"/>
                    <a:pt x="939498" y="143989"/>
                    <a:pt x="939498" y="143989"/>
                  </a:cubicBezTo>
                  <a:cubicBezTo>
                    <a:pt x="939498" y="143989"/>
                    <a:pt x="948974" y="220783"/>
                    <a:pt x="948974" y="297577"/>
                  </a:cubicBezTo>
                  <a:lnTo>
                    <a:pt x="948974" y="369572"/>
                  </a:lnTo>
                  <a:cubicBezTo>
                    <a:pt x="948974" y="446366"/>
                    <a:pt x="939498" y="523160"/>
                    <a:pt x="939498" y="523160"/>
                  </a:cubicBezTo>
                  <a:cubicBezTo>
                    <a:pt x="939498" y="523160"/>
                    <a:pt x="930224" y="588555"/>
                    <a:pt x="901772" y="617353"/>
                  </a:cubicBezTo>
                  <a:cubicBezTo>
                    <a:pt x="865687" y="655150"/>
                    <a:pt x="825238" y="655337"/>
                    <a:pt x="806688" y="657550"/>
                  </a:cubicBezTo>
                  <a:cubicBezTo>
                    <a:pt x="673893" y="667149"/>
                    <a:pt x="474488" y="667449"/>
                    <a:pt x="474488" y="667449"/>
                  </a:cubicBezTo>
                  <a:cubicBezTo>
                    <a:pt x="474488" y="667449"/>
                    <a:pt x="227759" y="665196"/>
                    <a:pt x="151839" y="657916"/>
                  </a:cubicBezTo>
                  <a:cubicBezTo>
                    <a:pt x="130719" y="653955"/>
                    <a:pt x="83301" y="655150"/>
                    <a:pt x="47202" y="617353"/>
                  </a:cubicBezTo>
                  <a:cubicBezTo>
                    <a:pt x="18749" y="588555"/>
                    <a:pt x="9491" y="523160"/>
                    <a:pt x="9491" y="523160"/>
                  </a:cubicBezTo>
                  <a:cubicBezTo>
                    <a:pt x="9491" y="523160"/>
                    <a:pt x="0" y="446366"/>
                    <a:pt x="0" y="369572"/>
                  </a:cubicBezTo>
                  <a:lnTo>
                    <a:pt x="0" y="297577"/>
                  </a:lnTo>
                  <a:cubicBezTo>
                    <a:pt x="0" y="220783"/>
                    <a:pt x="9490" y="143989"/>
                    <a:pt x="9490" y="143989"/>
                  </a:cubicBezTo>
                  <a:cubicBezTo>
                    <a:pt x="9490" y="143989"/>
                    <a:pt x="18749" y="78594"/>
                    <a:pt x="47202" y="49796"/>
                  </a:cubicBezTo>
                  <a:cubicBezTo>
                    <a:pt x="83301" y="11999"/>
                    <a:pt x="123735" y="11812"/>
                    <a:pt x="142286" y="9599"/>
                  </a:cubicBezTo>
                  <a:cubicBezTo>
                    <a:pt x="275085" y="0"/>
                    <a:pt x="474281" y="0"/>
                    <a:pt x="474281" y="0"/>
                  </a:cubicBezTo>
                  <a:close/>
                </a:path>
              </a:pathLst>
            </a:custGeom>
            <a:solidFill>
              <a:schemeClr val="bg1"/>
            </a:solidFill>
            <a:ln w="196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Oval 44">
              <a:hlinkClick r:id="rId8"/>
              <a:extLst>
                <a:ext uri="{FF2B5EF4-FFF2-40B4-BE49-F238E27FC236}">
                  <a16:creationId xmlns:a16="http://schemas.microsoft.com/office/drawing/2014/main" id="{A08C08EA-BEDD-D50E-04EB-BB6C89AC4CD6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5FB0E-905F-A9EF-8748-B0C96DC09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00" y="1502651"/>
            <a:ext cx="3456000" cy="110799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600" b="0" baseline="0"/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590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35CA0C-32FF-6FFD-8511-3713F4A7BA89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1726DB-1EEC-EB10-19D3-7CE5393C86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988913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760" y="3184018"/>
            <a:ext cx="5040000" cy="307777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 userDrawn="1"/>
        </p:nvSpPr>
        <p:spPr>
          <a:xfrm>
            <a:off x="5765062" y="2876242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8760" y="3603118"/>
            <a:ext cx="5040000" cy="246221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7837" y="4226051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87837" y="4516563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3837" y="4226051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3837" y="4516563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4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763325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 userDrawn="1"/>
        </p:nvSpPr>
        <p:spPr>
          <a:xfrm>
            <a:off x="5765062" y="2650654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CCF6E-B3A8-9DDE-7E91-DE15CB1B9070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ED7C8-D978-6740-5F4A-BB317C93A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61" name="Rectangle: Diagonal Corners Snipped 60">
            <a:extLst>
              <a:ext uri="{FF2B5EF4-FFF2-40B4-BE49-F238E27FC236}">
                <a16:creationId xmlns:a16="http://schemas.microsoft.com/office/drawing/2014/main" id="{DC6D96CC-1089-E06B-46FA-D8E3AB2EFB5C}"/>
              </a:ext>
            </a:extLst>
          </p:cNvPr>
          <p:cNvSpPr/>
          <p:nvPr userDrawn="1"/>
        </p:nvSpPr>
        <p:spPr>
          <a:xfrm>
            <a:off x="1802802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92E954-8E6E-B41C-B9C6-A5BEC2744EB6}"/>
              </a:ext>
            </a:extLst>
          </p:cNvPr>
          <p:cNvGrpSpPr/>
          <p:nvPr userDrawn="1"/>
        </p:nvGrpSpPr>
        <p:grpSpPr>
          <a:xfrm>
            <a:off x="2241885" y="3605998"/>
            <a:ext cx="920602" cy="74305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BFD980B2-A6E4-8222-CAC0-56F2F0672F13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7BE791A2-483B-2AA0-7280-686D3B106583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AD1ABCE-79FF-EEA0-133C-D64877B37BA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703A49B3-7D99-2290-BF37-143FED8F2CC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D537B85A-9C2B-3034-BF3C-CF10797EC3B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CBBAC2EB-3CB2-B1C5-73A7-8AE9AEBC8F24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6892D4C8-D139-0300-9912-5060485C72F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9E8FC4DF-166B-FDBD-9306-F5FDC83F0B7F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EC49D20-F6A5-97A5-E4F8-7E8C601C8572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07FFE63-0D4C-EFCA-3170-CF0277D89833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F01E1545-AE5C-2174-5126-BCCFF87F8BD9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46EC0EA0-032D-71F5-F99C-FFFCDB442006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25BD62FB-CD88-182A-19F9-5949D9A9E1CC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90DE440-43B7-94E8-DBB6-D196503F393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6EE3FB26-883B-34E4-4F76-9B75A8AE93D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9E7669E2-21C6-730C-92D6-9B364B9BD49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7523A9F3-8502-A03F-59CB-F13B0CF0C8AD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1885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1885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65886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5886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41886" y="5034150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41886" y="5324662"/>
            <a:ext cx="180000" cy="180000"/>
          </a:xfrm>
          <a:prstGeom prst="rect">
            <a:avLst/>
          </a:prstGeom>
        </p:spPr>
      </p:pic>
      <p:sp>
        <p:nvSpPr>
          <p:cNvPr id="63" name="Rectangle: Diagonal Corners Snipped 62">
            <a:extLst>
              <a:ext uri="{FF2B5EF4-FFF2-40B4-BE49-F238E27FC236}">
                <a16:creationId xmlns:a16="http://schemas.microsoft.com/office/drawing/2014/main" id="{7E1B0414-7770-2283-9DB5-24C5B05AF424}"/>
              </a:ext>
            </a:extLst>
          </p:cNvPr>
          <p:cNvSpPr/>
          <p:nvPr userDrawn="1"/>
        </p:nvSpPr>
        <p:spPr>
          <a:xfrm>
            <a:off x="6299293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AF36EF-3AE6-8334-CDED-EE6EE7760FB0}"/>
              </a:ext>
            </a:extLst>
          </p:cNvPr>
          <p:cNvGrpSpPr/>
          <p:nvPr userDrawn="1"/>
        </p:nvGrpSpPr>
        <p:grpSpPr>
          <a:xfrm>
            <a:off x="6738376" y="3605998"/>
            <a:ext cx="920602" cy="74305"/>
            <a:chOff x="696000" y="1460737"/>
            <a:chExt cx="920602" cy="112014"/>
          </a:xfrm>
        </p:grpSpPr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DF394163-9977-873C-FFE8-7741931E6D07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C1E1DDFE-45AE-F8A6-381B-B36837F17B6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05D0223B-C321-A0DB-54E4-97163FF6CB2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3F5C21E2-3827-A642-A025-2FC1157943AA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BD5A1671-FB01-879A-BF61-7D2716B511C3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B42A2FF9-C2C9-8999-B228-424E9DE08836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1FC6EC5D-DC88-2CFD-89A3-698A75619EA3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3F4C8936-2AAE-9573-031C-870E11840F3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7A596D35-9B09-7EB6-BB56-F0A526D45FF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E7D9CE85-F1BC-5EDE-CA89-3BF5F825F8A2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4EAA8AA-6BDC-FDE6-2F3A-14EEBE8576D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8C9DC03-626F-30E2-F70D-C0419D8970C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31ED7392-E818-5ECA-A906-5DA413565E93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5179ADAF-D748-71D4-06DF-EB28FFB7B446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8A70151B-BFFE-77EC-A6B8-2D26EE6CB708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B5C99F2-F2B2-D961-B8AA-34C34E615BB2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C81D6F11-F7EC-C9E6-70BB-F838DDFE273C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2" name="Text Placeholder 148">
            <a:extLst>
              <a:ext uri="{FF2B5EF4-FFF2-40B4-BE49-F238E27FC236}">
                <a16:creationId xmlns:a16="http://schemas.microsoft.com/office/drawing/2014/main" id="{2CBFB104-57E2-7955-9345-A2F3DC48DF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376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83" name="Text Placeholder 148">
            <a:extLst>
              <a:ext uri="{FF2B5EF4-FFF2-40B4-BE49-F238E27FC236}">
                <a16:creationId xmlns:a16="http://schemas.microsoft.com/office/drawing/2014/main" id="{FAF2BA5F-D0F1-3970-1EAF-4F685F8D2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8376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84" name="Text Placeholder 148">
            <a:extLst>
              <a:ext uri="{FF2B5EF4-FFF2-40B4-BE49-F238E27FC236}">
                <a16:creationId xmlns:a16="http://schemas.microsoft.com/office/drawing/2014/main" id="{74C07AD3-B16B-CD99-CBC3-8F9F846CB5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62377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85" name="Text Placeholder 148">
            <a:extLst>
              <a:ext uri="{FF2B5EF4-FFF2-40B4-BE49-F238E27FC236}">
                <a16:creationId xmlns:a16="http://schemas.microsoft.com/office/drawing/2014/main" id="{B9A8E74A-CEC9-3A4E-D1F1-3116526DE2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62377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7F94B3EA-AC65-E721-29D5-18E5E2AB86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8377" y="5034150"/>
            <a:ext cx="180000" cy="1800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C047A593-96D7-9330-A35D-FEA4A5E668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8377" y="5324662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8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69127C2F-5369-4A96-BADC-4D348F6A51AC}"/>
              </a:ext>
            </a:extLst>
          </p:cNvPr>
          <p:cNvSpPr/>
          <p:nvPr userDrawn="1"/>
        </p:nvSpPr>
        <p:spPr>
          <a:xfrm>
            <a:off x="3263900" y="1036069"/>
            <a:ext cx="5664200" cy="5055812"/>
          </a:xfrm>
          <a:prstGeom prst="snip2DiagRect">
            <a:avLst>
              <a:gd name="adj1" fmla="val 2894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endParaRPr lang="en-US" sz="1600" b="1" dirty="0">
              <a:solidFill>
                <a:schemeClr val="tx2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5100" y="1428554"/>
            <a:ext cx="1701800" cy="379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BB811-09AE-D63B-5860-1E80D477493D}"/>
              </a:ext>
            </a:extLst>
          </p:cNvPr>
          <p:cNvSpPr txBox="1"/>
          <p:nvPr userDrawn="1"/>
        </p:nvSpPr>
        <p:spPr>
          <a:xfrm>
            <a:off x="4188427" y="3307146"/>
            <a:ext cx="3815147" cy="92333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5893751"/>
            <a:ext cx="920602" cy="74305"/>
            <a:chOff x="5635699" y="5931141"/>
            <a:chExt cx="920602" cy="74305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2BD2B-3327-8166-9570-43943810B1F1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2613AB-A8E0-71B5-3B88-4DF49B90E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7" name="Rectangle: Rounded Corners 6">
            <a:hlinkClick r:id="rId6"/>
            <a:extLst>
              <a:ext uri="{FF2B5EF4-FFF2-40B4-BE49-F238E27FC236}">
                <a16:creationId xmlns:a16="http://schemas.microsoft.com/office/drawing/2014/main" id="{B563A139-4A6D-394B-7BA5-454CEB56E049}"/>
              </a:ext>
            </a:extLst>
          </p:cNvPr>
          <p:cNvSpPr/>
          <p:nvPr userDrawn="1"/>
        </p:nvSpPr>
        <p:spPr>
          <a:xfrm>
            <a:off x="4368000" y="5544951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</p:spTree>
    <p:extLst>
      <p:ext uri="{BB962C8B-B14F-4D97-AF65-F5344CB8AC3E}">
        <p14:creationId xmlns:p14="http://schemas.microsoft.com/office/powerpoint/2010/main" val="153476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63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8E7FB-E7AF-41AD-8E1D-E564C38C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fr-FR" noProof="0"/>
              <a:t>Modifiez le style du titre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8240A-ACF9-41DF-8044-EFE58948F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000" y="1064645"/>
            <a:ext cx="11016000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18182-DBA0-4294-B9A7-5592074F8DF4}"/>
              </a:ext>
            </a:extLst>
          </p:cNvPr>
          <p:cNvSpPr/>
          <p:nvPr userDrawn="1"/>
        </p:nvSpPr>
        <p:spPr>
          <a:xfrm>
            <a:off x="0" y="6102000"/>
            <a:ext cx="12192000" cy="7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298DD-28E2-4F1F-A4F0-407D8199D6F6}"/>
              </a:ext>
            </a:extLst>
          </p:cNvPr>
          <p:cNvSpPr/>
          <p:nvPr userDrawn="1"/>
        </p:nvSpPr>
        <p:spPr>
          <a:xfrm>
            <a:off x="11328000" y="6102000"/>
            <a:ext cx="864000" cy="7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6BA80-B3B1-41ED-94FC-30F2434D99FA}"/>
              </a:ext>
            </a:extLst>
          </p:cNvPr>
          <p:cNvSpPr txBox="1"/>
          <p:nvPr userDrawn="1"/>
        </p:nvSpPr>
        <p:spPr>
          <a:xfrm>
            <a:off x="11577118" y="6380640"/>
            <a:ext cx="365764" cy="19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fld id="{0A5252B4-D216-4A6A-AB33-98AB17F66667}" type="slidenum">
              <a:rPr lang="en-GB" sz="900" smtClean="0">
                <a:solidFill>
                  <a:schemeClr val="bg1"/>
                </a:solidFill>
                <a:latin typeface="+mj-lt"/>
              </a:rPr>
              <a:t>‹N°›</a:t>
            </a:fld>
            <a:endParaRPr lang="en-GB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113D8-C34F-41E7-96C1-C52F3FA807A7}"/>
              </a:ext>
            </a:extLst>
          </p:cNvPr>
          <p:cNvSpPr/>
          <p:nvPr userDrawn="1"/>
        </p:nvSpPr>
        <p:spPr>
          <a:xfrm>
            <a:off x="11328000" y="6822000"/>
            <a:ext cx="864000" cy="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F1D181-9371-4409-B9F4-B17B0E367D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49118" y="6359505"/>
            <a:ext cx="1080000" cy="2409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8C9CA4-8A09-4C8A-B688-AF68F27D86FA}"/>
              </a:ext>
            </a:extLst>
          </p:cNvPr>
          <p:cNvSpPr txBox="1"/>
          <p:nvPr userDrawn="1"/>
        </p:nvSpPr>
        <p:spPr>
          <a:xfrm>
            <a:off x="1651322" y="6392746"/>
            <a:ext cx="8889356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REF </a:t>
            </a:r>
            <a:r>
              <a:rPr lang="en-150" sz="700" b="1" dirty="0">
                <a:solidFill>
                  <a:schemeClr val="tx1">
                    <a:alpha val="40000"/>
                  </a:schemeClr>
                </a:solidFill>
              </a:rPr>
              <a:t>0001-0068856803</a:t>
            </a:r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 rev 3 – May 2025 Thales Global Services/ Template: 87211168-DOC-GRP-EN-007</a:t>
            </a:r>
          </a:p>
          <a:p>
            <a:pPr algn="ctr"/>
            <a:r>
              <a:rPr lang="en-GB" sz="600" dirty="0">
                <a:solidFill>
                  <a:srgbClr val="000000">
                    <a:alpha val="70000"/>
                  </a:srgbClr>
                </a:solidFill>
              </a:rPr>
              <a:t>This document may not be reproduced, modified, adapted, published, translated, in any way, in whole or in part or disclosed to a third party without the prior written consent of Thales </a:t>
            </a:r>
            <a:r>
              <a:rPr lang="en-GB" sz="600" b="1" dirty="0">
                <a:solidFill>
                  <a:srgbClr val="000000">
                    <a:alpha val="70000"/>
                  </a:srgbClr>
                </a:solidFill>
              </a:rPr>
              <a:t>© 2023 THALES. All rights reserved.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AA835-16DB-4E38-A108-8114A18BB2A4}"/>
              </a:ext>
            </a:extLst>
          </p:cNvPr>
          <p:cNvSpPr/>
          <p:nvPr userDrawn="1"/>
        </p:nvSpPr>
        <p:spPr>
          <a:xfrm>
            <a:off x="0" y="6102000"/>
            <a:ext cx="12192000" cy="108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MSIPCMContentMarking" descr="{&quot;HashCode&quot;:-1940885670,&quot;Placement&quot;:&quot;Header&quot;,&quot;Top&quot;:0.0,&quot;Left&quot;:0.0,&quot;SlideWidth&quot;:960,&quot;SlideHeight&quot;:540}"/>
          <p:cNvSpPr txBox="1"/>
          <p:nvPr userDrawn="1"/>
        </p:nvSpPr>
        <p:spPr>
          <a:xfrm>
            <a:off x="0" y="0"/>
            <a:ext cx="26077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150" sz="1000">
                <a:solidFill>
                  <a:srgbClr val="008000"/>
                </a:solidFill>
                <a:latin typeface="Calibri" panose="020F0502020204030204" pitchFamily="34" charset="0"/>
              </a:rPr>
              <a:t> </a:t>
            </a:r>
            <a:endParaRPr lang="en-US" sz="1000" dirty="0" err="1">
              <a:solidFill>
                <a:srgbClr val="008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MSIPCMContentMarking" descr="{&quot;HashCode&quot;:-1015464427,&quot;Placement&quot;:&quot;Footer&quot;,&quot;Top&quot;:519.343,&quot;Left&quot;:384.403778,&quot;SlideWidth&quot;:960,&quot;SlideHeight&quot;:540}"/>
          <p:cNvSpPr txBox="1"/>
          <p:nvPr userDrawn="1"/>
        </p:nvSpPr>
        <p:spPr>
          <a:xfrm>
            <a:off x="4881928" y="6595656"/>
            <a:ext cx="2428145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{THALES GROUP LIMITED DISTRIBUTION}</a:t>
            </a:r>
            <a:endParaRPr lang="en-US" sz="1000" dirty="0" err="1">
              <a:solidFill>
                <a:srgbClr val="008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29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7" r:id="rId2"/>
    <p:sldLayoutId id="2147483655" r:id="rId3"/>
    <p:sldLayoutId id="2147483662" r:id="rId4"/>
    <p:sldLayoutId id="2147483654" r:id="rId5"/>
    <p:sldLayoutId id="2147483688" r:id="rId6"/>
    <p:sldLayoutId id="2147483661" r:id="rId7"/>
    <p:sldLayoutId id="2147483663" r:id="rId8"/>
    <p:sldLayoutId id="2147483664" r:id="rId9"/>
    <p:sldLayoutId id="2147483684" r:id="rId10"/>
    <p:sldLayoutId id="2147483665" r:id="rId11"/>
    <p:sldLayoutId id="2147483666" r:id="rId12"/>
    <p:sldLayoutId id="2147483668" r:id="rId13"/>
    <p:sldLayoutId id="2147483669" r:id="rId14"/>
    <p:sldLayoutId id="2147483683" r:id="rId15"/>
    <p:sldLayoutId id="2147483675" r:id="rId16"/>
    <p:sldLayoutId id="2147483682" r:id="rId17"/>
    <p:sldLayoutId id="2147483681" r:id="rId18"/>
    <p:sldLayoutId id="2147483689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4000"/>
        </a:lnSpc>
        <a:spcBef>
          <a:spcPts val="1600"/>
        </a:spcBef>
        <a:buClrTx/>
        <a:buFontTx/>
        <a:buBlip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</a:buBlip>
        <a:defRPr sz="18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4000"/>
        </a:lnSpc>
        <a:spcBef>
          <a:spcPts val="600"/>
        </a:spcBef>
        <a:buClr>
          <a:schemeClr val="accent3"/>
        </a:buClr>
        <a:buFont typeface="Wingdings 3" panose="05040102010807070707" pitchFamily="18" charset="2"/>
        <a:buChar char="ê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4000"/>
        </a:lnSpc>
        <a:spcBef>
          <a:spcPts val="600"/>
        </a:spcBef>
        <a:buFont typeface="Century Gothic" panose="020B0502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44000" algn="l" defTabSz="914400" rtl="0" eaLnBrk="1" latinLnBrk="0" hangingPunct="1">
        <a:lnSpc>
          <a:spcPct val="114000"/>
        </a:lnSpc>
        <a:spcBef>
          <a:spcPts val="300"/>
        </a:spcBef>
        <a:buClr>
          <a:schemeClr val="accent3"/>
        </a:buClr>
        <a:buFont typeface="Arial" panose="020B0604020202020204" pitchFamily="34" charset="0"/>
        <a:buChar char="›"/>
        <a:defRPr sz="11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36000" indent="-108000" algn="l" defTabSz="914400" rtl="0" eaLnBrk="1" latinLnBrk="0" hangingPunct="1">
        <a:lnSpc>
          <a:spcPct val="114000"/>
        </a:lnSpc>
        <a:spcBef>
          <a:spcPts val="300"/>
        </a:spcBef>
        <a:buFont typeface="Wingdings 3" panose="05040102010807070707" pitchFamily="18" charset="2"/>
        <a:buChar char=""/>
        <a:defRPr sz="1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pendency-track.corp.thales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48EE-9276-F13B-C146-B824E740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35" y="2706502"/>
            <a:ext cx="5099754" cy="1107996"/>
          </a:xfrm>
        </p:spPr>
        <p:txBody>
          <a:bodyPr/>
          <a:lstStyle/>
          <a:p>
            <a:r>
              <a:rPr lang="en-US" dirty="0"/>
              <a:t>Towards a Secure DevOps Pipeline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3C62D-952C-3866-AA5A-CA17B8DBDB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1238" y="4217621"/>
            <a:ext cx="4549775" cy="577338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Security Measures for a Secure CI/CD Delivery Chain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51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D5241C-2137-C38A-395F-28CF094161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700784"/>
            <a:ext cx="12192000" cy="354203"/>
          </a:xfrm>
          <a:prstGeom prst="rect">
            <a:avLst/>
          </a:prstGeom>
        </p:spPr>
      </p:pic>
      <p:sp>
        <p:nvSpPr>
          <p:cNvPr id="147" name="Title 146">
            <a:extLst>
              <a:ext uri="{FF2B5EF4-FFF2-40B4-BE49-F238E27FC236}">
                <a16:creationId xmlns:a16="http://schemas.microsoft.com/office/drawing/2014/main" id="{22A56D1B-7CB9-AE42-4D1A-5252C073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</p:spPr>
        <p:txBody>
          <a:bodyPr/>
          <a:lstStyle/>
          <a:p>
            <a:r>
              <a:rPr lang="en-US" dirty="0"/>
              <a:t>Seven Key Security Domains in </a:t>
            </a:r>
            <a:r>
              <a:rPr lang="en-US" dirty="0" err="1"/>
              <a:t>DevSecOp</a:t>
            </a:r>
            <a:endParaRPr lang="fr-FR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FFCB5E7-9B36-0B50-527D-0F1C2098546B}"/>
              </a:ext>
            </a:extLst>
          </p:cNvPr>
          <p:cNvGrpSpPr/>
          <p:nvPr/>
        </p:nvGrpSpPr>
        <p:grpSpPr>
          <a:xfrm>
            <a:off x="3487421" y="3034580"/>
            <a:ext cx="2340000" cy="1195807"/>
            <a:chOff x="981123" y="1290248"/>
            <a:chExt cx="2340000" cy="119580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B744616-FB10-FF8A-8AFE-93DE67E1884A}"/>
                </a:ext>
              </a:extLst>
            </p:cNvPr>
            <p:cNvGrpSpPr/>
            <p:nvPr/>
          </p:nvGrpSpPr>
          <p:grpSpPr>
            <a:xfrm>
              <a:off x="981123" y="1561541"/>
              <a:ext cx="920602" cy="74305"/>
              <a:chOff x="696000" y="1460737"/>
              <a:chExt cx="920602" cy="112014"/>
            </a:xfrm>
          </p:grpSpPr>
          <p:sp>
            <p:nvSpPr>
              <p:cNvPr id="14" name="Parallelogram 13">
                <a:extLst>
                  <a:ext uri="{FF2B5EF4-FFF2-40B4-BE49-F238E27FC236}">
                    <a16:creationId xmlns:a16="http://schemas.microsoft.com/office/drawing/2014/main" id="{F89C7E31-830D-4D77-96B3-456629D49200}"/>
                  </a:ext>
                </a:extLst>
              </p:cNvPr>
              <p:cNvSpPr/>
              <p:nvPr/>
            </p:nvSpPr>
            <p:spPr>
              <a:xfrm rot="10800000">
                <a:off x="121737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" name="Parallelogram 14">
                <a:extLst>
                  <a:ext uri="{FF2B5EF4-FFF2-40B4-BE49-F238E27FC236}">
                    <a16:creationId xmlns:a16="http://schemas.microsoft.com/office/drawing/2014/main" id="{275D6ADE-A506-4336-F25B-0C790A1E976A}"/>
                  </a:ext>
                </a:extLst>
              </p:cNvPr>
              <p:cNvSpPr/>
              <p:nvPr/>
            </p:nvSpPr>
            <p:spPr>
              <a:xfrm rot="10800000">
                <a:off x="116523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CC880AAA-6797-E987-F000-2708642CEB86}"/>
                  </a:ext>
                </a:extLst>
              </p:cNvPr>
              <p:cNvSpPr/>
              <p:nvPr/>
            </p:nvSpPr>
            <p:spPr>
              <a:xfrm rot="10800000">
                <a:off x="111310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F7BB36FD-01EF-5426-3CFA-7BE7EB3C7255}"/>
                  </a:ext>
                </a:extLst>
              </p:cNvPr>
              <p:cNvSpPr/>
              <p:nvPr/>
            </p:nvSpPr>
            <p:spPr>
              <a:xfrm rot="10800000">
                <a:off x="106096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" name="Parallelogram 17">
                <a:extLst>
                  <a:ext uri="{FF2B5EF4-FFF2-40B4-BE49-F238E27FC236}">
                    <a16:creationId xmlns:a16="http://schemas.microsoft.com/office/drawing/2014/main" id="{8AE82FEF-8080-BBC0-5C17-8D42565DD7AC}"/>
                  </a:ext>
                </a:extLst>
              </p:cNvPr>
              <p:cNvSpPr/>
              <p:nvPr/>
            </p:nvSpPr>
            <p:spPr>
              <a:xfrm rot="10800000">
                <a:off x="100882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B28FE39A-123E-A96F-6BE1-8115EAF8B3BA}"/>
                  </a:ext>
                </a:extLst>
              </p:cNvPr>
              <p:cNvSpPr/>
              <p:nvPr/>
            </p:nvSpPr>
            <p:spPr>
              <a:xfrm rot="10800000">
                <a:off x="95668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506C3B7E-0215-B6F8-BFFD-2D880916937D}"/>
                  </a:ext>
                </a:extLst>
              </p:cNvPr>
              <p:cNvSpPr/>
              <p:nvPr/>
            </p:nvSpPr>
            <p:spPr>
              <a:xfrm rot="10800000">
                <a:off x="90455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" name="Parallelogram 20">
                <a:extLst>
                  <a:ext uri="{FF2B5EF4-FFF2-40B4-BE49-F238E27FC236}">
                    <a16:creationId xmlns:a16="http://schemas.microsoft.com/office/drawing/2014/main" id="{10EFDD90-5EA4-848C-13AC-877B1B46868D}"/>
                  </a:ext>
                </a:extLst>
              </p:cNvPr>
              <p:cNvSpPr/>
              <p:nvPr/>
            </p:nvSpPr>
            <p:spPr>
              <a:xfrm rot="10800000">
                <a:off x="85241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" name="Parallelogram 21">
                <a:extLst>
                  <a:ext uri="{FF2B5EF4-FFF2-40B4-BE49-F238E27FC236}">
                    <a16:creationId xmlns:a16="http://schemas.microsoft.com/office/drawing/2014/main" id="{51B63A0D-7FE5-48FF-2FFB-3482A7F198C5}"/>
                  </a:ext>
                </a:extLst>
              </p:cNvPr>
              <p:cNvSpPr/>
              <p:nvPr/>
            </p:nvSpPr>
            <p:spPr>
              <a:xfrm rot="10800000">
                <a:off x="800275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3" name="Parallelogram 22">
                <a:extLst>
                  <a:ext uri="{FF2B5EF4-FFF2-40B4-BE49-F238E27FC236}">
                    <a16:creationId xmlns:a16="http://schemas.microsoft.com/office/drawing/2014/main" id="{D32CC9FE-1CDA-7521-7E10-CF0CA10F7615}"/>
                  </a:ext>
                </a:extLst>
              </p:cNvPr>
              <p:cNvSpPr/>
              <p:nvPr/>
            </p:nvSpPr>
            <p:spPr>
              <a:xfrm rot="10800000">
                <a:off x="74813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4" name="Parallelogram 23">
                <a:extLst>
                  <a:ext uri="{FF2B5EF4-FFF2-40B4-BE49-F238E27FC236}">
                    <a16:creationId xmlns:a16="http://schemas.microsoft.com/office/drawing/2014/main" id="{3B9BEAA5-366E-353F-9A23-3AA9EB4B31F3}"/>
                  </a:ext>
                </a:extLst>
              </p:cNvPr>
              <p:cNvSpPr/>
              <p:nvPr/>
            </p:nvSpPr>
            <p:spPr>
              <a:xfrm rot="10800000">
                <a:off x="696000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5" name="Parallelogram 24">
                <a:extLst>
                  <a:ext uri="{FF2B5EF4-FFF2-40B4-BE49-F238E27FC236}">
                    <a16:creationId xmlns:a16="http://schemas.microsoft.com/office/drawing/2014/main" id="{E0B48EBE-F95A-C687-E6F1-1FEC7E13F8BB}"/>
                  </a:ext>
                </a:extLst>
              </p:cNvPr>
              <p:cNvSpPr/>
              <p:nvPr/>
            </p:nvSpPr>
            <p:spPr>
              <a:xfrm>
                <a:off x="126951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6" name="Parallelogram 25">
                <a:extLst>
                  <a:ext uri="{FF2B5EF4-FFF2-40B4-BE49-F238E27FC236}">
                    <a16:creationId xmlns:a16="http://schemas.microsoft.com/office/drawing/2014/main" id="{4E05F60A-7A44-A594-9B62-8C90F874826B}"/>
                  </a:ext>
                </a:extLst>
              </p:cNvPr>
              <p:cNvSpPr/>
              <p:nvPr/>
            </p:nvSpPr>
            <p:spPr>
              <a:xfrm>
                <a:off x="132165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7" name="Parallelogram 26">
                <a:extLst>
                  <a:ext uri="{FF2B5EF4-FFF2-40B4-BE49-F238E27FC236}">
                    <a16:creationId xmlns:a16="http://schemas.microsoft.com/office/drawing/2014/main" id="{08AFFD31-D1D0-7141-11D8-1C88509CD216}"/>
                  </a:ext>
                </a:extLst>
              </p:cNvPr>
              <p:cNvSpPr/>
              <p:nvPr/>
            </p:nvSpPr>
            <p:spPr>
              <a:xfrm>
                <a:off x="137378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8" name="Parallelogram 27">
                <a:extLst>
                  <a:ext uri="{FF2B5EF4-FFF2-40B4-BE49-F238E27FC236}">
                    <a16:creationId xmlns:a16="http://schemas.microsoft.com/office/drawing/2014/main" id="{9BE2549D-9D0A-F126-0B12-31FB01C13AB7}"/>
                  </a:ext>
                </a:extLst>
              </p:cNvPr>
              <p:cNvSpPr/>
              <p:nvPr/>
            </p:nvSpPr>
            <p:spPr>
              <a:xfrm>
                <a:off x="1425927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9" name="Parallelogram 28">
                <a:extLst>
                  <a:ext uri="{FF2B5EF4-FFF2-40B4-BE49-F238E27FC236}">
                    <a16:creationId xmlns:a16="http://schemas.microsoft.com/office/drawing/2014/main" id="{7FE3639A-8874-AC02-B505-24E727C202F6}"/>
                  </a:ext>
                </a:extLst>
              </p:cNvPr>
              <p:cNvSpPr/>
              <p:nvPr/>
            </p:nvSpPr>
            <p:spPr>
              <a:xfrm>
                <a:off x="153020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0" name="Parallelogram 29">
                <a:extLst>
                  <a:ext uri="{FF2B5EF4-FFF2-40B4-BE49-F238E27FC236}">
                    <a16:creationId xmlns:a16="http://schemas.microsoft.com/office/drawing/2014/main" id="{3FED3C2C-8531-0CF6-3367-25B1CFFF9E2F}"/>
                  </a:ext>
                </a:extLst>
              </p:cNvPr>
              <p:cNvSpPr/>
              <p:nvPr/>
            </p:nvSpPr>
            <p:spPr>
              <a:xfrm>
                <a:off x="147806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23ECE5-3C77-CC94-9F50-242C5BF91851}"/>
                </a:ext>
              </a:extLst>
            </p:cNvPr>
            <p:cNvSpPr txBox="1"/>
            <p:nvPr/>
          </p:nvSpPr>
          <p:spPr>
            <a:xfrm>
              <a:off x="981123" y="1950792"/>
              <a:ext cx="2340000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600" b="1" dirty="0">
                  <a:solidFill>
                    <a:schemeClr val="tx2"/>
                  </a:solidFill>
                </a:rPr>
                <a:t>Runtime Security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4F18DC2-8F87-36A6-C11D-801EB3755632}"/>
                </a:ext>
              </a:extLst>
            </p:cNvPr>
            <p:cNvCxnSpPr>
              <a:cxnSpLocks/>
            </p:cNvCxnSpPr>
            <p:nvPr/>
          </p:nvCxnSpPr>
          <p:spPr>
            <a:xfrm>
              <a:off x="981123" y="2486055"/>
              <a:ext cx="2340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959BF34F-3B06-1439-39E6-F7D7575E5BCA}"/>
                </a:ext>
              </a:extLst>
            </p:cNvPr>
            <p:cNvSpPr/>
            <p:nvPr/>
          </p:nvSpPr>
          <p:spPr>
            <a:xfrm>
              <a:off x="981123" y="2468055"/>
              <a:ext cx="360000" cy="18000"/>
            </a:xfrm>
            <a:prstGeom prst="parallelogram">
              <a:avLst>
                <a:gd name="adj" fmla="val 98714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3640AE-6F1E-5B88-4AAC-863468D50DED}"/>
                </a:ext>
              </a:extLst>
            </p:cNvPr>
            <p:cNvSpPr txBox="1"/>
            <p:nvPr/>
          </p:nvSpPr>
          <p:spPr>
            <a:xfrm>
              <a:off x="981123" y="1290248"/>
              <a:ext cx="2340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400" b="1" dirty="0">
                  <a:solidFill>
                    <a:schemeClr val="bg2"/>
                  </a:solidFill>
                </a:rPr>
                <a:t>06</a:t>
              </a:r>
              <a:endParaRPr lang="fr-FR" sz="1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8" name="Group 30">
            <a:extLst>
              <a:ext uri="{FF2B5EF4-FFF2-40B4-BE49-F238E27FC236}">
                <a16:creationId xmlns:a16="http://schemas.microsoft.com/office/drawing/2014/main" id="{6C9A7176-D941-49C7-A382-5B01122456D8}"/>
              </a:ext>
            </a:extLst>
          </p:cNvPr>
          <p:cNvGrpSpPr/>
          <p:nvPr/>
        </p:nvGrpSpPr>
        <p:grpSpPr>
          <a:xfrm>
            <a:off x="3440317" y="1205289"/>
            <a:ext cx="2340000" cy="1195807"/>
            <a:chOff x="981123" y="1290248"/>
            <a:chExt cx="2340000" cy="1195807"/>
          </a:xfrm>
        </p:grpSpPr>
        <p:grpSp>
          <p:nvGrpSpPr>
            <p:cNvPr id="149" name="Group 7">
              <a:extLst>
                <a:ext uri="{FF2B5EF4-FFF2-40B4-BE49-F238E27FC236}">
                  <a16:creationId xmlns:a16="http://schemas.microsoft.com/office/drawing/2014/main" id="{07A00DC0-C4D2-46ED-98CF-AD96B3095402}"/>
                </a:ext>
              </a:extLst>
            </p:cNvPr>
            <p:cNvGrpSpPr/>
            <p:nvPr/>
          </p:nvGrpSpPr>
          <p:grpSpPr>
            <a:xfrm>
              <a:off x="981123" y="1561541"/>
              <a:ext cx="920602" cy="74305"/>
              <a:chOff x="696000" y="1460737"/>
              <a:chExt cx="920602" cy="112014"/>
            </a:xfrm>
          </p:grpSpPr>
          <p:sp>
            <p:nvSpPr>
              <p:cNvPr id="155" name="Parallelogram 13">
                <a:extLst>
                  <a:ext uri="{FF2B5EF4-FFF2-40B4-BE49-F238E27FC236}">
                    <a16:creationId xmlns:a16="http://schemas.microsoft.com/office/drawing/2014/main" id="{4496462B-0C56-4B5B-8C20-2701BCD19782}"/>
                  </a:ext>
                </a:extLst>
              </p:cNvPr>
              <p:cNvSpPr/>
              <p:nvPr/>
            </p:nvSpPr>
            <p:spPr>
              <a:xfrm rot="10800000">
                <a:off x="121737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6" name="Parallelogram 14">
                <a:extLst>
                  <a:ext uri="{FF2B5EF4-FFF2-40B4-BE49-F238E27FC236}">
                    <a16:creationId xmlns:a16="http://schemas.microsoft.com/office/drawing/2014/main" id="{2CBCCAE9-5215-47B7-8CE5-F8BBF0C25FF5}"/>
                  </a:ext>
                </a:extLst>
              </p:cNvPr>
              <p:cNvSpPr/>
              <p:nvPr/>
            </p:nvSpPr>
            <p:spPr>
              <a:xfrm rot="10800000">
                <a:off x="116523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7" name="Parallelogram 15">
                <a:extLst>
                  <a:ext uri="{FF2B5EF4-FFF2-40B4-BE49-F238E27FC236}">
                    <a16:creationId xmlns:a16="http://schemas.microsoft.com/office/drawing/2014/main" id="{783F8D75-FC6D-402B-B2A5-DE93BA5E9E8D}"/>
                  </a:ext>
                </a:extLst>
              </p:cNvPr>
              <p:cNvSpPr/>
              <p:nvPr/>
            </p:nvSpPr>
            <p:spPr>
              <a:xfrm rot="10800000">
                <a:off x="111310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8" name="Parallelogram 16">
                <a:extLst>
                  <a:ext uri="{FF2B5EF4-FFF2-40B4-BE49-F238E27FC236}">
                    <a16:creationId xmlns:a16="http://schemas.microsoft.com/office/drawing/2014/main" id="{FB9FA0B4-6CD4-453B-8691-99C622F49C58}"/>
                  </a:ext>
                </a:extLst>
              </p:cNvPr>
              <p:cNvSpPr/>
              <p:nvPr/>
            </p:nvSpPr>
            <p:spPr>
              <a:xfrm rot="10800000">
                <a:off x="106096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9" name="Parallelogram 17">
                <a:extLst>
                  <a:ext uri="{FF2B5EF4-FFF2-40B4-BE49-F238E27FC236}">
                    <a16:creationId xmlns:a16="http://schemas.microsoft.com/office/drawing/2014/main" id="{9716ECAA-5C62-4CF8-8862-BFF430BFCED3}"/>
                  </a:ext>
                </a:extLst>
              </p:cNvPr>
              <p:cNvSpPr/>
              <p:nvPr/>
            </p:nvSpPr>
            <p:spPr>
              <a:xfrm rot="10800000">
                <a:off x="100882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0" name="Parallelogram 18">
                <a:extLst>
                  <a:ext uri="{FF2B5EF4-FFF2-40B4-BE49-F238E27FC236}">
                    <a16:creationId xmlns:a16="http://schemas.microsoft.com/office/drawing/2014/main" id="{E7906275-3895-40AE-85B1-1254025A8222}"/>
                  </a:ext>
                </a:extLst>
              </p:cNvPr>
              <p:cNvSpPr/>
              <p:nvPr/>
            </p:nvSpPr>
            <p:spPr>
              <a:xfrm rot="10800000">
                <a:off x="95668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1" name="Parallelogram 19">
                <a:extLst>
                  <a:ext uri="{FF2B5EF4-FFF2-40B4-BE49-F238E27FC236}">
                    <a16:creationId xmlns:a16="http://schemas.microsoft.com/office/drawing/2014/main" id="{7D403E00-AE8B-4F2D-B3B0-971A2DCFF202}"/>
                  </a:ext>
                </a:extLst>
              </p:cNvPr>
              <p:cNvSpPr/>
              <p:nvPr/>
            </p:nvSpPr>
            <p:spPr>
              <a:xfrm rot="10800000">
                <a:off x="90455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2" name="Parallelogram 20">
                <a:extLst>
                  <a:ext uri="{FF2B5EF4-FFF2-40B4-BE49-F238E27FC236}">
                    <a16:creationId xmlns:a16="http://schemas.microsoft.com/office/drawing/2014/main" id="{3681458F-85CE-4BFF-95C2-05191C166393}"/>
                  </a:ext>
                </a:extLst>
              </p:cNvPr>
              <p:cNvSpPr/>
              <p:nvPr/>
            </p:nvSpPr>
            <p:spPr>
              <a:xfrm rot="10800000">
                <a:off x="85241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3" name="Parallelogram 21">
                <a:extLst>
                  <a:ext uri="{FF2B5EF4-FFF2-40B4-BE49-F238E27FC236}">
                    <a16:creationId xmlns:a16="http://schemas.microsoft.com/office/drawing/2014/main" id="{B0E12DA6-183C-40EC-8FA4-355C15429056}"/>
                  </a:ext>
                </a:extLst>
              </p:cNvPr>
              <p:cNvSpPr/>
              <p:nvPr/>
            </p:nvSpPr>
            <p:spPr>
              <a:xfrm rot="10800000">
                <a:off x="800275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4" name="Parallelogram 22">
                <a:extLst>
                  <a:ext uri="{FF2B5EF4-FFF2-40B4-BE49-F238E27FC236}">
                    <a16:creationId xmlns:a16="http://schemas.microsoft.com/office/drawing/2014/main" id="{107901B8-106C-45F6-8CD5-713D02C79A9C}"/>
                  </a:ext>
                </a:extLst>
              </p:cNvPr>
              <p:cNvSpPr/>
              <p:nvPr/>
            </p:nvSpPr>
            <p:spPr>
              <a:xfrm rot="10800000">
                <a:off x="74813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5" name="Parallelogram 23">
                <a:extLst>
                  <a:ext uri="{FF2B5EF4-FFF2-40B4-BE49-F238E27FC236}">
                    <a16:creationId xmlns:a16="http://schemas.microsoft.com/office/drawing/2014/main" id="{70904BC0-6058-4B39-B524-92232E0B797B}"/>
                  </a:ext>
                </a:extLst>
              </p:cNvPr>
              <p:cNvSpPr/>
              <p:nvPr/>
            </p:nvSpPr>
            <p:spPr>
              <a:xfrm rot="10800000">
                <a:off x="696000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6" name="Parallelogram 24">
                <a:extLst>
                  <a:ext uri="{FF2B5EF4-FFF2-40B4-BE49-F238E27FC236}">
                    <a16:creationId xmlns:a16="http://schemas.microsoft.com/office/drawing/2014/main" id="{78CF27DD-19F8-4BE9-B8B8-AF7E121408A2}"/>
                  </a:ext>
                </a:extLst>
              </p:cNvPr>
              <p:cNvSpPr/>
              <p:nvPr/>
            </p:nvSpPr>
            <p:spPr>
              <a:xfrm>
                <a:off x="126951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7" name="Parallelogram 25">
                <a:extLst>
                  <a:ext uri="{FF2B5EF4-FFF2-40B4-BE49-F238E27FC236}">
                    <a16:creationId xmlns:a16="http://schemas.microsoft.com/office/drawing/2014/main" id="{ADBA4BE5-949E-4075-891B-5D3E261B5F71}"/>
                  </a:ext>
                </a:extLst>
              </p:cNvPr>
              <p:cNvSpPr/>
              <p:nvPr/>
            </p:nvSpPr>
            <p:spPr>
              <a:xfrm>
                <a:off x="132165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8" name="Parallelogram 26">
                <a:extLst>
                  <a:ext uri="{FF2B5EF4-FFF2-40B4-BE49-F238E27FC236}">
                    <a16:creationId xmlns:a16="http://schemas.microsoft.com/office/drawing/2014/main" id="{20ACB9B9-B403-4E03-8665-5F6588698703}"/>
                  </a:ext>
                </a:extLst>
              </p:cNvPr>
              <p:cNvSpPr/>
              <p:nvPr/>
            </p:nvSpPr>
            <p:spPr>
              <a:xfrm>
                <a:off x="137378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9" name="Parallelogram 27">
                <a:extLst>
                  <a:ext uri="{FF2B5EF4-FFF2-40B4-BE49-F238E27FC236}">
                    <a16:creationId xmlns:a16="http://schemas.microsoft.com/office/drawing/2014/main" id="{CD8E588D-6C03-4A7B-8EFC-0F1485FF44F6}"/>
                  </a:ext>
                </a:extLst>
              </p:cNvPr>
              <p:cNvSpPr/>
              <p:nvPr/>
            </p:nvSpPr>
            <p:spPr>
              <a:xfrm>
                <a:off x="1425927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70" name="Parallelogram 28">
                <a:extLst>
                  <a:ext uri="{FF2B5EF4-FFF2-40B4-BE49-F238E27FC236}">
                    <a16:creationId xmlns:a16="http://schemas.microsoft.com/office/drawing/2014/main" id="{ED0EF7BC-4F10-4458-8DB7-F40C5627586B}"/>
                  </a:ext>
                </a:extLst>
              </p:cNvPr>
              <p:cNvSpPr/>
              <p:nvPr/>
            </p:nvSpPr>
            <p:spPr>
              <a:xfrm>
                <a:off x="153020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71" name="Parallelogram 29">
                <a:extLst>
                  <a:ext uri="{FF2B5EF4-FFF2-40B4-BE49-F238E27FC236}">
                    <a16:creationId xmlns:a16="http://schemas.microsoft.com/office/drawing/2014/main" id="{53F1BCFC-B70A-4860-90BC-CFAC3FCC94F2}"/>
                  </a:ext>
                </a:extLst>
              </p:cNvPr>
              <p:cNvSpPr/>
              <p:nvPr/>
            </p:nvSpPr>
            <p:spPr>
              <a:xfrm>
                <a:off x="147806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51" name="TextBox 8">
              <a:extLst>
                <a:ext uri="{FF2B5EF4-FFF2-40B4-BE49-F238E27FC236}">
                  <a16:creationId xmlns:a16="http://schemas.microsoft.com/office/drawing/2014/main" id="{3F090F9C-2793-4A1D-B69A-FD038013DC25}"/>
                </a:ext>
              </a:extLst>
            </p:cNvPr>
            <p:cNvSpPr txBox="1"/>
            <p:nvPr/>
          </p:nvSpPr>
          <p:spPr>
            <a:xfrm>
              <a:off x="981123" y="1950792"/>
              <a:ext cx="2340000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600" b="1" dirty="0" err="1">
                  <a:solidFill>
                    <a:schemeClr val="tx2"/>
                  </a:solidFill>
                </a:rPr>
                <a:t>Dependency</a:t>
              </a:r>
              <a:r>
                <a:rPr lang="fr-FR" sz="1600" b="1" dirty="0">
                  <a:solidFill>
                    <a:schemeClr val="tx2"/>
                  </a:solidFill>
                </a:rPr>
                <a:t> Security</a:t>
              </a:r>
            </a:p>
          </p:txBody>
        </p:sp>
        <p:cxnSp>
          <p:nvCxnSpPr>
            <p:cNvPr id="152" name="Straight Connector 10">
              <a:extLst>
                <a:ext uri="{FF2B5EF4-FFF2-40B4-BE49-F238E27FC236}">
                  <a16:creationId xmlns:a16="http://schemas.microsoft.com/office/drawing/2014/main" id="{F9401F95-D073-4A88-85D8-93AECE04C671}"/>
                </a:ext>
              </a:extLst>
            </p:cNvPr>
            <p:cNvCxnSpPr>
              <a:cxnSpLocks/>
            </p:cNvCxnSpPr>
            <p:nvPr/>
          </p:nvCxnSpPr>
          <p:spPr>
            <a:xfrm>
              <a:off x="981123" y="2486055"/>
              <a:ext cx="2340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Parallelogram 11">
              <a:extLst>
                <a:ext uri="{FF2B5EF4-FFF2-40B4-BE49-F238E27FC236}">
                  <a16:creationId xmlns:a16="http://schemas.microsoft.com/office/drawing/2014/main" id="{0D42C5F2-D678-4FFB-9894-ACA6C5D83FB6}"/>
                </a:ext>
              </a:extLst>
            </p:cNvPr>
            <p:cNvSpPr/>
            <p:nvPr/>
          </p:nvSpPr>
          <p:spPr>
            <a:xfrm>
              <a:off x="981123" y="2468055"/>
              <a:ext cx="360000" cy="18000"/>
            </a:xfrm>
            <a:prstGeom prst="parallelogram">
              <a:avLst>
                <a:gd name="adj" fmla="val 98714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4" name="TextBox 12">
              <a:extLst>
                <a:ext uri="{FF2B5EF4-FFF2-40B4-BE49-F238E27FC236}">
                  <a16:creationId xmlns:a16="http://schemas.microsoft.com/office/drawing/2014/main" id="{2ECE968A-BE42-4014-BAA7-105096D7E18A}"/>
                </a:ext>
              </a:extLst>
            </p:cNvPr>
            <p:cNvSpPr txBox="1"/>
            <p:nvPr/>
          </p:nvSpPr>
          <p:spPr>
            <a:xfrm>
              <a:off x="981123" y="1290248"/>
              <a:ext cx="2340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400" b="1" dirty="0">
                  <a:solidFill>
                    <a:schemeClr val="bg2"/>
                  </a:solidFill>
                </a:rPr>
                <a:t>02</a:t>
              </a:r>
              <a:endParaRPr lang="fr-FR" sz="1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72" name="Group 30">
            <a:extLst>
              <a:ext uri="{FF2B5EF4-FFF2-40B4-BE49-F238E27FC236}">
                <a16:creationId xmlns:a16="http://schemas.microsoft.com/office/drawing/2014/main" id="{F0704FC9-A11B-4AC1-A171-9DE368D9875C}"/>
              </a:ext>
            </a:extLst>
          </p:cNvPr>
          <p:cNvGrpSpPr/>
          <p:nvPr/>
        </p:nvGrpSpPr>
        <p:grpSpPr>
          <a:xfrm>
            <a:off x="9291542" y="1236137"/>
            <a:ext cx="2340000" cy="1195807"/>
            <a:chOff x="981123" y="1290248"/>
            <a:chExt cx="2340000" cy="1195807"/>
          </a:xfrm>
        </p:grpSpPr>
        <p:grpSp>
          <p:nvGrpSpPr>
            <p:cNvPr id="173" name="Group 7">
              <a:extLst>
                <a:ext uri="{FF2B5EF4-FFF2-40B4-BE49-F238E27FC236}">
                  <a16:creationId xmlns:a16="http://schemas.microsoft.com/office/drawing/2014/main" id="{EF8A05DA-9ECB-44FF-91A6-E480E63C6593}"/>
                </a:ext>
              </a:extLst>
            </p:cNvPr>
            <p:cNvGrpSpPr/>
            <p:nvPr/>
          </p:nvGrpSpPr>
          <p:grpSpPr>
            <a:xfrm>
              <a:off x="981123" y="1561541"/>
              <a:ext cx="920602" cy="74305"/>
              <a:chOff x="696000" y="1460737"/>
              <a:chExt cx="920602" cy="112014"/>
            </a:xfrm>
          </p:grpSpPr>
          <p:sp>
            <p:nvSpPr>
              <p:cNvPr id="178" name="Parallelogram 13">
                <a:extLst>
                  <a:ext uri="{FF2B5EF4-FFF2-40B4-BE49-F238E27FC236}">
                    <a16:creationId xmlns:a16="http://schemas.microsoft.com/office/drawing/2014/main" id="{61A25D3A-9C22-4274-AD1D-EA708DA688BF}"/>
                  </a:ext>
                </a:extLst>
              </p:cNvPr>
              <p:cNvSpPr/>
              <p:nvPr/>
            </p:nvSpPr>
            <p:spPr>
              <a:xfrm rot="10800000">
                <a:off x="121737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79" name="Parallelogram 14">
                <a:extLst>
                  <a:ext uri="{FF2B5EF4-FFF2-40B4-BE49-F238E27FC236}">
                    <a16:creationId xmlns:a16="http://schemas.microsoft.com/office/drawing/2014/main" id="{9300F15F-A088-47AB-B3AD-1D9B03A1746D}"/>
                  </a:ext>
                </a:extLst>
              </p:cNvPr>
              <p:cNvSpPr/>
              <p:nvPr/>
            </p:nvSpPr>
            <p:spPr>
              <a:xfrm rot="10800000">
                <a:off x="116523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0" name="Parallelogram 15">
                <a:extLst>
                  <a:ext uri="{FF2B5EF4-FFF2-40B4-BE49-F238E27FC236}">
                    <a16:creationId xmlns:a16="http://schemas.microsoft.com/office/drawing/2014/main" id="{16CEDB2E-9BF4-4B18-A100-538667A9ECB6}"/>
                  </a:ext>
                </a:extLst>
              </p:cNvPr>
              <p:cNvSpPr/>
              <p:nvPr/>
            </p:nvSpPr>
            <p:spPr>
              <a:xfrm rot="10800000">
                <a:off x="111310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1" name="Parallelogram 16">
                <a:extLst>
                  <a:ext uri="{FF2B5EF4-FFF2-40B4-BE49-F238E27FC236}">
                    <a16:creationId xmlns:a16="http://schemas.microsoft.com/office/drawing/2014/main" id="{0BA51E8D-3CF3-44C9-BE09-37D520E4E20D}"/>
                  </a:ext>
                </a:extLst>
              </p:cNvPr>
              <p:cNvSpPr/>
              <p:nvPr/>
            </p:nvSpPr>
            <p:spPr>
              <a:xfrm rot="10800000">
                <a:off x="106096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2" name="Parallelogram 17">
                <a:extLst>
                  <a:ext uri="{FF2B5EF4-FFF2-40B4-BE49-F238E27FC236}">
                    <a16:creationId xmlns:a16="http://schemas.microsoft.com/office/drawing/2014/main" id="{006B966F-3708-4566-B1B6-08F24C72D077}"/>
                  </a:ext>
                </a:extLst>
              </p:cNvPr>
              <p:cNvSpPr/>
              <p:nvPr/>
            </p:nvSpPr>
            <p:spPr>
              <a:xfrm rot="10800000">
                <a:off x="100882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3" name="Parallelogram 18">
                <a:extLst>
                  <a:ext uri="{FF2B5EF4-FFF2-40B4-BE49-F238E27FC236}">
                    <a16:creationId xmlns:a16="http://schemas.microsoft.com/office/drawing/2014/main" id="{26E1ED23-60DB-4F83-A59E-D8CED53294BA}"/>
                  </a:ext>
                </a:extLst>
              </p:cNvPr>
              <p:cNvSpPr/>
              <p:nvPr/>
            </p:nvSpPr>
            <p:spPr>
              <a:xfrm rot="10800000">
                <a:off x="95668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4" name="Parallelogram 19">
                <a:extLst>
                  <a:ext uri="{FF2B5EF4-FFF2-40B4-BE49-F238E27FC236}">
                    <a16:creationId xmlns:a16="http://schemas.microsoft.com/office/drawing/2014/main" id="{79474B4F-1FCA-4011-BC9B-6BD103058A9A}"/>
                  </a:ext>
                </a:extLst>
              </p:cNvPr>
              <p:cNvSpPr/>
              <p:nvPr/>
            </p:nvSpPr>
            <p:spPr>
              <a:xfrm rot="10800000">
                <a:off x="90455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5" name="Parallelogram 20">
                <a:extLst>
                  <a:ext uri="{FF2B5EF4-FFF2-40B4-BE49-F238E27FC236}">
                    <a16:creationId xmlns:a16="http://schemas.microsoft.com/office/drawing/2014/main" id="{3489D28E-4CA9-47E8-9D80-08101B396E12}"/>
                  </a:ext>
                </a:extLst>
              </p:cNvPr>
              <p:cNvSpPr/>
              <p:nvPr/>
            </p:nvSpPr>
            <p:spPr>
              <a:xfrm rot="10800000">
                <a:off x="85241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6" name="Parallelogram 21">
                <a:extLst>
                  <a:ext uri="{FF2B5EF4-FFF2-40B4-BE49-F238E27FC236}">
                    <a16:creationId xmlns:a16="http://schemas.microsoft.com/office/drawing/2014/main" id="{83AD2550-886B-4341-9133-E9A0E397969E}"/>
                  </a:ext>
                </a:extLst>
              </p:cNvPr>
              <p:cNvSpPr/>
              <p:nvPr/>
            </p:nvSpPr>
            <p:spPr>
              <a:xfrm rot="10800000">
                <a:off x="800275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7" name="Parallelogram 22">
                <a:extLst>
                  <a:ext uri="{FF2B5EF4-FFF2-40B4-BE49-F238E27FC236}">
                    <a16:creationId xmlns:a16="http://schemas.microsoft.com/office/drawing/2014/main" id="{BF65F097-CD4A-4F15-8237-A838FEE9B108}"/>
                  </a:ext>
                </a:extLst>
              </p:cNvPr>
              <p:cNvSpPr/>
              <p:nvPr/>
            </p:nvSpPr>
            <p:spPr>
              <a:xfrm rot="10800000">
                <a:off x="74813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8" name="Parallelogram 23">
                <a:extLst>
                  <a:ext uri="{FF2B5EF4-FFF2-40B4-BE49-F238E27FC236}">
                    <a16:creationId xmlns:a16="http://schemas.microsoft.com/office/drawing/2014/main" id="{FE670CF9-F57D-4DF3-B305-2ED33E5A3236}"/>
                  </a:ext>
                </a:extLst>
              </p:cNvPr>
              <p:cNvSpPr/>
              <p:nvPr/>
            </p:nvSpPr>
            <p:spPr>
              <a:xfrm rot="10800000">
                <a:off x="696000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9" name="Parallelogram 24">
                <a:extLst>
                  <a:ext uri="{FF2B5EF4-FFF2-40B4-BE49-F238E27FC236}">
                    <a16:creationId xmlns:a16="http://schemas.microsoft.com/office/drawing/2014/main" id="{CD8CAEFB-F0ED-4486-93AA-395190E3DDA3}"/>
                  </a:ext>
                </a:extLst>
              </p:cNvPr>
              <p:cNvSpPr/>
              <p:nvPr/>
            </p:nvSpPr>
            <p:spPr>
              <a:xfrm>
                <a:off x="126951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90" name="Parallelogram 25">
                <a:extLst>
                  <a:ext uri="{FF2B5EF4-FFF2-40B4-BE49-F238E27FC236}">
                    <a16:creationId xmlns:a16="http://schemas.microsoft.com/office/drawing/2014/main" id="{BF91B3CF-88DD-4F63-BFBE-B3D4E4C0FD57}"/>
                  </a:ext>
                </a:extLst>
              </p:cNvPr>
              <p:cNvSpPr/>
              <p:nvPr/>
            </p:nvSpPr>
            <p:spPr>
              <a:xfrm>
                <a:off x="132165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91" name="Parallelogram 26">
                <a:extLst>
                  <a:ext uri="{FF2B5EF4-FFF2-40B4-BE49-F238E27FC236}">
                    <a16:creationId xmlns:a16="http://schemas.microsoft.com/office/drawing/2014/main" id="{14819E2F-BC06-4675-BA47-5F48A0C53E3F}"/>
                  </a:ext>
                </a:extLst>
              </p:cNvPr>
              <p:cNvSpPr/>
              <p:nvPr/>
            </p:nvSpPr>
            <p:spPr>
              <a:xfrm>
                <a:off x="137378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92" name="Parallelogram 27">
                <a:extLst>
                  <a:ext uri="{FF2B5EF4-FFF2-40B4-BE49-F238E27FC236}">
                    <a16:creationId xmlns:a16="http://schemas.microsoft.com/office/drawing/2014/main" id="{0A68BE9E-71B7-483B-AB87-08A72493E3D8}"/>
                  </a:ext>
                </a:extLst>
              </p:cNvPr>
              <p:cNvSpPr/>
              <p:nvPr/>
            </p:nvSpPr>
            <p:spPr>
              <a:xfrm>
                <a:off x="1425927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93" name="Parallelogram 28">
                <a:extLst>
                  <a:ext uri="{FF2B5EF4-FFF2-40B4-BE49-F238E27FC236}">
                    <a16:creationId xmlns:a16="http://schemas.microsoft.com/office/drawing/2014/main" id="{4DB8373B-0AD2-492D-9347-33AD64B7128E}"/>
                  </a:ext>
                </a:extLst>
              </p:cNvPr>
              <p:cNvSpPr/>
              <p:nvPr/>
            </p:nvSpPr>
            <p:spPr>
              <a:xfrm>
                <a:off x="153020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94" name="Parallelogram 29">
                <a:extLst>
                  <a:ext uri="{FF2B5EF4-FFF2-40B4-BE49-F238E27FC236}">
                    <a16:creationId xmlns:a16="http://schemas.microsoft.com/office/drawing/2014/main" id="{007E0955-0BDE-4E0A-95A4-6423D6B7C90E}"/>
                  </a:ext>
                </a:extLst>
              </p:cNvPr>
              <p:cNvSpPr/>
              <p:nvPr/>
            </p:nvSpPr>
            <p:spPr>
              <a:xfrm>
                <a:off x="147806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74" name="TextBox 8">
              <a:extLst>
                <a:ext uri="{FF2B5EF4-FFF2-40B4-BE49-F238E27FC236}">
                  <a16:creationId xmlns:a16="http://schemas.microsoft.com/office/drawing/2014/main" id="{F69C2FA8-38FE-4414-9E51-AC167F40B18B}"/>
                </a:ext>
              </a:extLst>
            </p:cNvPr>
            <p:cNvSpPr txBox="1"/>
            <p:nvPr/>
          </p:nvSpPr>
          <p:spPr>
            <a:xfrm>
              <a:off x="981123" y="1827681"/>
              <a:ext cx="234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600" b="1" dirty="0" err="1">
                  <a:solidFill>
                    <a:schemeClr val="tx2"/>
                  </a:solidFill>
                </a:rPr>
                <a:t>Artifact</a:t>
              </a:r>
              <a:r>
                <a:rPr lang="fr-FR" sz="1600" b="1" dirty="0">
                  <a:solidFill>
                    <a:schemeClr val="tx2"/>
                  </a:solidFill>
                </a:rPr>
                <a:t> and Container Image Security</a:t>
              </a:r>
            </a:p>
          </p:txBody>
        </p:sp>
        <p:cxnSp>
          <p:nvCxnSpPr>
            <p:cNvPr id="175" name="Straight Connector 10">
              <a:extLst>
                <a:ext uri="{FF2B5EF4-FFF2-40B4-BE49-F238E27FC236}">
                  <a16:creationId xmlns:a16="http://schemas.microsoft.com/office/drawing/2014/main" id="{DE770C86-8459-4B03-8BA2-9B86A2DE2FED}"/>
                </a:ext>
              </a:extLst>
            </p:cNvPr>
            <p:cNvCxnSpPr>
              <a:cxnSpLocks/>
            </p:cNvCxnSpPr>
            <p:nvPr/>
          </p:nvCxnSpPr>
          <p:spPr>
            <a:xfrm>
              <a:off x="981123" y="2486055"/>
              <a:ext cx="2340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Parallelogram 11">
              <a:extLst>
                <a:ext uri="{FF2B5EF4-FFF2-40B4-BE49-F238E27FC236}">
                  <a16:creationId xmlns:a16="http://schemas.microsoft.com/office/drawing/2014/main" id="{EBEEE531-78CF-4F19-82A0-B1293292DB7E}"/>
                </a:ext>
              </a:extLst>
            </p:cNvPr>
            <p:cNvSpPr/>
            <p:nvPr/>
          </p:nvSpPr>
          <p:spPr>
            <a:xfrm>
              <a:off x="981123" y="2468055"/>
              <a:ext cx="360000" cy="18000"/>
            </a:xfrm>
            <a:prstGeom prst="parallelogram">
              <a:avLst>
                <a:gd name="adj" fmla="val 98714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7" name="TextBox 12">
              <a:extLst>
                <a:ext uri="{FF2B5EF4-FFF2-40B4-BE49-F238E27FC236}">
                  <a16:creationId xmlns:a16="http://schemas.microsoft.com/office/drawing/2014/main" id="{63ABFDAB-449E-4E42-BDAA-22171BA833A7}"/>
                </a:ext>
              </a:extLst>
            </p:cNvPr>
            <p:cNvSpPr txBox="1"/>
            <p:nvPr/>
          </p:nvSpPr>
          <p:spPr>
            <a:xfrm>
              <a:off x="981123" y="1290248"/>
              <a:ext cx="2340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400" b="1" dirty="0">
                  <a:solidFill>
                    <a:schemeClr val="bg2"/>
                  </a:solidFill>
                </a:rPr>
                <a:t>04</a:t>
              </a:r>
              <a:endParaRPr lang="fr-FR" sz="1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96" name="Group 30">
            <a:extLst>
              <a:ext uri="{FF2B5EF4-FFF2-40B4-BE49-F238E27FC236}">
                <a16:creationId xmlns:a16="http://schemas.microsoft.com/office/drawing/2014/main" id="{0CA3FB1B-DA2F-42EA-B40D-2B550F67235A}"/>
              </a:ext>
            </a:extLst>
          </p:cNvPr>
          <p:cNvGrpSpPr/>
          <p:nvPr/>
        </p:nvGrpSpPr>
        <p:grpSpPr>
          <a:xfrm>
            <a:off x="6364580" y="1205267"/>
            <a:ext cx="2340000" cy="1195807"/>
            <a:chOff x="981123" y="1290248"/>
            <a:chExt cx="2340000" cy="1195807"/>
          </a:xfrm>
        </p:grpSpPr>
        <p:grpSp>
          <p:nvGrpSpPr>
            <p:cNvPr id="97" name="Group 7">
              <a:extLst>
                <a:ext uri="{FF2B5EF4-FFF2-40B4-BE49-F238E27FC236}">
                  <a16:creationId xmlns:a16="http://schemas.microsoft.com/office/drawing/2014/main" id="{78E7E869-BEC6-43E3-ACAE-1F069A8FC323}"/>
                </a:ext>
              </a:extLst>
            </p:cNvPr>
            <p:cNvGrpSpPr/>
            <p:nvPr/>
          </p:nvGrpSpPr>
          <p:grpSpPr>
            <a:xfrm>
              <a:off x="981123" y="1561541"/>
              <a:ext cx="920602" cy="74305"/>
              <a:chOff x="696000" y="1460737"/>
              <a:chExt cx="920602" cy="112014"/>
            </a:xfrm>
          </p:grpSpPr>
          <p:sp>
            <p:nvSpPr>
              <p:cNvPr id="102" name="Parallelogram 13">
                <a:extLst>
                  <a:ext uri="{FF2B5EF4-FFF2-40B4-BE49-F238E27FC236}">
                    <a16:creationId xmlns:a16="http://schemas.microsoft.com/office/drawing/2014/main" id="{15DBD759-A993-4E03-956B-2C2A407F3EA6}"/>
                  </a:ext>
                </a:extLst>
              </p:cNvPr>
              <p:cNvSpPr/>
              <p:nvPr/>
            </p:nvSpPr>
            <p:spPr>
              <a:xfrm rot="10800000">
                <a:off x="121737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3" name="Parallelogram 14">
                <a:extLst>
                  <a:ext uri="{FF2B5EF4-FFF2-40B4-BE49-F238E27FC236}">
                    <a16:creationId xmlns:a16="http://schemas.microsoft.com/office/drawing/2014/main" id="{565593E5-7814-4600-A193-9F2B41810A1C}"/>
                  </a:ext>
                </a:extLst>
              </p:cNvPr>
              <p:cNvSpPr/>
              <p:nvPr/>
            </p:nvSpPr>
            <p:spPr>
              <a:xfrm rot="10800000">
                <a:off x="116523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4" name="Parallelogram 15">
                <a:extLst>
                  <a:ext uri="{FF2B5EF4-FFF2-40B4-BE49-F238E27FC236}">
                    <a16:creationId xmlns:a16="http://schemas.microsoft.com/office/drawing/2014/main" id="{DB50F1C5-758F-45FE-9BF2-C79D300B294E}"/>
                  </a:ext>
                </a:extLst>
              </p:cNvPr>
              <p:cNvSpPr/>
              <p:nvPr/>
            </p:nvSpPr>
            <p:spPr>
              <a:xfrm rot="10800000">
                <a:off x="111310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5" name="Parallelogram 16">
                <a:extLst>
                  <a:ext uri="{FF2B5EF4-FFF2-40B4-BE49-F238E27FC236}">
                    <a16:creationId xmlns:a16="http://schemas.microsoft.com/office/drawing/2014/main" id="{1A5CD1E8-4ABE-4DD2-89EC-AC123BD7C501}"/>
                  </a:ext>
                </a:extLst>
              </p:cNvPr>
              <p:cNvSpPr/>
              <p:nvPr/>
            </p:nvSpPr>
            <p:spPr>
              <a:xfrm rot="10800000">
                <a:off x="106096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6" name="Parallelogram 17">
                <a:extLst>
                  <a:ext uri="{FF2B5EF4-FFF2-40B4-BE49-F238E27FC236}">
                    <a16:creationId xmlns:a16="http://schemas.microsoft.com/office/drawing/2014/main" id="{E0A8313E-DF41-46DD-9872-4014CA4A543C}"/>
                  </a:ext>
                </a:extLst>
              </p:cNvPr>
              <p:cNvSpPr/>
              <p:nvPr/>
            </p:nvSpPr>
            <p:spPr>
              <a:xfrm rot="10800000">
                <a:off x="100882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7" name="Parallelogram 18">
                <a:extLst>
                  <a:ext uri="{FF2B5EF4-FFF2-40B4-BE49-F238E27FC236}">
                    <a16:creationId xmlns:a16="http://schemas.microsoft.com/office/drawing/2014/main" id="{EE80F1C7-D020-43A0-8429-00AA5C785FB4}"/>
                  </a:ext>
                </a:extLst>
              </p:cNvPr>
              <p:cNvSpPr/>
              <p:nvPr/>
            </p:nvSpPr>
            <p:spPr>
              <a:xfrm rot="10800000">
                <a:off x="95668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8" name="Parallelogram 19">
                <a:extLst>
                  <a:ext uri="{FF2B5EF4-FFF2-40B4-BE49-F238E27FC236}">
                    <a16:creationId xmlns:a16="http://schemas.microsoft.com/office/drawing/2014/main" id="{A5E27440-CE91-48C7-A817-F66608BCC2A2}"/>
                  </a:ext>
                </a:extLst>
              </p:cNvPr>
              <p:cNvSpPr/>
              <p:nvPr/>
            </p:nvSpPr>
            <p:spPr>
              <a:xfrm rot="10800000">
                <a:off x="90455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9" name="Parallelogram 20">
                <a:extLst>
                  <a:ext uri="{FF2B5EF4-FFF2-40B4-BE49-F238E27FC236}">
                    <a16:creationId xmlns:a16="http://schemas.microsoft.com/office/drawing/2014/main" id="{FBBCB32C-4B19-4FA8-B3B0-3562BF79892E}"/>
                  </a:ext>
                </a:extLst>
              </p:cNvPr>
              <p:cNvSpPr/>
              <p:nvPr/>
            </p:nvSpPr>
            <p:spPr>
              <a:xfrm rot="10800000">
                <a:off x="85241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0" name="Parallelogram 21">
                <a:extLst>
                  <a:ext uri="{FF2B5EF4-FFF2-40B4-BE49-F238E27FC236}">
                    <a16:creationId xmlns:a16="http://schemas.microsoft.com/office/drawing/2014/main" id="{3062F830-E487-413E-BE93-1F873BE613FD}"/>
                  </a:ext>
                </a:extLst>
              </p:cNvPr>
              <p:cNvSpPr/>
              <p:nvPr/>
            </p:nvSpPr>
            <p:spPr>
              <a:xfrm rot="10800000">
                <a:off x="800275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1" name="Parallelogram 22">
                <a:extLst>
                  <a:ext uri="{FF2B5EF4-FFF2-40B4-BE49-F238E27FC236}">
                    <a16:creationId xmlns:a16="http://schemas.microsoft.com/office/drawing/2014/main" id="{025BF1B1-34EC-4974-A212-C5069F7E3B1F}"/>
                  </a:ext>
                </a:extLst>
              </p:cNvPr>
              <p:cNvSpPr/>
              <p:nvPr/>
            </p:nvSpPr>
            <p:spPr>
              <a:xfrm rot="10800000">
                <a:off x="74813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2" name="Parallelogram 23">
                <a:extLst>
                  <a:ext uri="{FF2B5EF4-FFF2-40B4-BE49-F238E27FC236}">
                    <a16:creationId xmlns:a16="http://schemas.microsoft.com/office/drawing/2014/main" id="{144BB141-028A-4625-91EA-A781DFA4D5CC}"/>
                  </a:ext>
                </a:extLst>
              </p:cNvPr>
              <p:cNvSpPr/>
              <p:nvPr/>
            </p:nvSpPr>
            <p:spPr>
              <a:xfrm rot="10800000">
                <a:off x="696000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3" name="Parallelogram 24">
                <a:extLst>
                  <a:ext uri="{FF2B5EF4-FFF2-40B4-BE49-F238E27FC236}">
                    <a16:creationId xmlns:a16="http://schemas.microsoft.com/office/drawing/2014/main" id="{0E0F7330-F662-41D5-99FB-4F76642236AA}"/>
                  </a:ext>
                </a:extLst>
              </p:cNvPr>
              <p:cNvSpPr/>
              <p:nvPr/>
            </p:nvSpPr>
            <p:spPr>
              <a:xfrm>
                <a:off x="126951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4" name="Parallelogram 25">
                <a:extLst>
                  <a:ext uri="{FF2B5EF4-FFF2-40B4-BE49-F238E27FC236}">
                    <a16:creationId xmlns:a16="http://schemas.microsoft.com/office/drawing/2014/main" id="{CBD215EF-9A70-4B5E-9672-9B16415723C2}"/>
                  </a:ext>
                </a:extLst>
              </p:cNvPr>
              <p:cNvSpPr/>
              <p:nvPr/>
            </p:nvSpPr>
            <p:spPr>
              <a:xfrm>
                <a:off x="132165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5" name="Parallelogram 26">
                <a:extLst>
                  <a:ext uri="{FF2B5EF4-FFF2-40B4-BE49-F238E27FC236}">
                    <a16:creationId xmlns:a16="http://schemas.microsoft.com/office/drawing/2014/main" id="{959D4F1C-BDC0-413F-961F-D3478D35EDB9}"/>
                  </a:ext>
                </a:extLst>
              </p:cNvPr>
              <p:cNvSpPr/>
              <p:nvPr/>
            </p:nvSpPr>
            <p:spPr>
              <a:xfrm>
                <a:off x="137378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6" name="Parallelogram 27">
                <a:extLst>
                  <a:ext uri="{FF2B5EF4-FFF2-40B4-BE49-F238E27FC236}">
                    <a16:creationId xmlns:a16="http://schemas.microsoft.com/office/drawing/2014/main" id="{CFF10542-4114-4369-AC89-C3EE87857371}"/>
                  </a:ext>
                </a:extLst>
              </p:cNvPr>
              <p:cNvSpPr/>
              <p:nvPr/>
            </p:nvSpPr>
            <p:spPr>
              <a:xfrm>
                <a:off x="1425927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7" name="Parallelogram 28">
                <a:extLst>
                  <a:ext uri="{FF2B5EF4-FFF2-40B4-BE49-F238E27FC236}">
                    <a16:creationId xmlns:a16="http://schemas.microsoft.com/office/drawing/2014/main" id="{0CBB240F-2D99-47CA-8ADF-36F46DD16002}"/>
                  </a:ext>
                </a:extLst>
              </p:cNvPr>
              <p:cNvSpPr/>
              <p:nvPr/>
            </p:nvSpPr>
            <p:spPr>
              <a:xfrm>
                <a:off x="153020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8" name="Parallelogram 29">
                <a:extLst>
                  <a:ext uri="{FF2B5EF4-FFF2-40B4-BE49-F238E27FC236}">
                    <a16:creationId xmlns:a16="http://schemas.microsoft.com/office/drawing/2014/main" id="{F22261F3-B180-44C1-8588-875AD9D56412}"/>
                  </a:ext>
                </a:extLst>
              </p:cNvPr>
              <p:cNvSpPr/>
              <p:nvPr/>
            </p:nvSpPr>
            <p:spPr>
              <a:xfrm>
                <a:off x="147806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98" name="TextBox 8">
              <a:extLst>
                <a:ext uri="{FF2B5EF4-FFF2-40B4-BE49-F238E27FC236}">
                  <a16:creationId xmlns:a16="http://schemas.microsoft.com/office/drawing/2014/main" id="{B393CBF3-9F6D-42A2-95C0-127E75DA9FFA}"/>
                </a:ext>
              </a:extLst>
            </p:cNvPr>
            <p:cNvSpPr txBox="1"/>
            <p:nvPr/>
          </p:nvSpPr>
          <p:spPr>
            <a:xfrm>
              <a:off x="981123" y="1950792"/>
              <a:ext cx="2340000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600" b="1" dirty="0">
                  <a:solidFill>
                    <a:schemeClr val="tx2"/>
                  </a:solidFill>
                </a:rPr>
                <a:t>CI/CD Pipeline Security</a:t>
              </a:r>
            </a:p>
          </p:txBody>
        </p:sp>
        <p:cxnSp>
          <p:nvCxnSpPr>
            <p:cNvPr id="99" name="Straight Connector 10">
              <a:extLst>
                <a:ext uri="{FF2B5EF4-FFF2-40B4-BE49-F238E27FC236}">
                  <a16:creationId xmlns:a16="http://schemas.microsoft.com/office/drawing/2014/main" id="{E6B388D7-B4B1-4118-BA28-3F4DA59EC08C}"/>
                </a:ext>
              </a:extLst>
            </p:cNvPr>
            <p:cNvCxnSpPr>
              <a:cxnSpLocks/>
            </p:cNvCxnSpPr>
            <p:nvPr/>
          </p:nvCxnSpPr>
          <p:spPr>
            <a:xfrm>
              <a:off x="981123" y="2486055"/>
              <a:ext cx="2340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Parallelogram 11">
              <a:extLst>
                <a:ext uri="{FF2B5EF4-FFF2-40B4-BE49-F238E27FC236}">
                  <a16:creationId xmlns:a16="http://schemas.microsoft.com/office/drawing/2014/main" id="{649755BC-A2BC-4482-BB9D-C47BB29820AE}"/>
                </a:ext>
              </a:extLst>
            </p:cNvPr>
            <p:cNvSpPr/>
            <p:nvPr/>
          </p:nvSpPr>
          <p:spPr>
            <a:xfrm>
              <a:off x="981123" y="2468055"/>
              <a:ext cx="360000" cy="18000"/>
            </a:xfrm>
            <a:prstGeom prst="parallelogram">
              <a:avLst>
                <a:gd name="adj" fmla="val 98714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1" name="TextBox 12">
              <a:extLst>
                <a:ext uri="{FF2B5EF4-FFF2-40B4-BE49-F238E27FC236}">
                  <a16:creationId xmlns:a16="http://schemas.microsoft.com/office/drawing/2014/main" id="{BD7BC1C0-5E2B-46C9-8CD3-712E44100E45}"/>
                </a:ext>
              </a:extLst>
            </p:cNvPr>
            <p:cNvSpPr txBox="1"/>
            <p:nvPr/>
          </p:nvSpPr>
          <p:spPr>
            <a:xfrm>
              <a:off x="981123" y="1290248"/>
              <a:ext cx="2340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400" b="1" dirty="0">
                  <a:solidFill>
                    <a:schemeClr val="bg2"/>
                  </a:solidFill>
                </a:rPr>
                <a:t>03</a:t>
              </a:r>
              <a:endParaRPr lang="fr-FR" sz="1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2" name="Group 30">
            <a:extLst>
              <a:ext uri="{FF2B5EF4-FFF2-40B4-BE49-F238E27FC236}">
                <a16:creationId xmlns:a16="http://schemas.microsoft.com/office/drawing/2014/main" id="{9359FB47-4C3E-41C0-B6A8-5D4A54BE78F0}"/>
              </a:ext>
            </a:extLst>
          </p:cNvPr>
          <p:cNvGrpSpPr/>
          <p:nvPr/>
        </p:nvGrpSpPr>
        <p:grpSpPr>
          <a:xfrm>
            <a:off x="673104" y="3024944"/>
            <a:ext cx="2340000" cy="1195807"/>
            <a:chOff x="981123" y="1290248"/>
            <a:chExt cx="2340000" cy="1195807"/>
          </a:xfrm>
        </p:grpSpPr>
        <p:grpSp>
          <p:nvGrpSpPr>
            <p:cNvPr id="143" name="Group 7">
              <a:extLst>
                <a:ext uri="{FF2B5EF4-FFF2-40B4-BE49-F238E27FC236}">
                  <a16:creationId xmlns:a16="http://schemas.microsoft.com/office/drawing/2014/main" id="{571B0E60-A0EE-48C1-82DA-BD894927FF52}"/>
                </a:ext>
              </a:extLst>
            </p:cNvPr>
            <p:cNvGrpSpPr/>
            <p:nvPr/>
          </p:nvGrpSpPr>
          <p:grpSpPr>
            <a:xfrm>
              <a:off x="981123" y="1561541"/>
              <a:ext cx="920602" cy="74305"/>
              <a:chOff x="696000" y="1460737"/>
              <a:chExt cx="920602" cy="112014"/>
            </a:xfrm>
          </p:grpSpPr>
          <p:sp>
            <p:nvSpPr>
              <p:cNvPr id="218" name="Parallelogram 13">
                <a:extLst>
                  <a:ext uri="{FF2B5EF4-FFF2-40B4-BE49-F238E27FC236}">
                    <a16:creationId xmlns:a16="http://schemas.microsoft.com/office/drawing/2014/main" id="{E45882D6-DA87-4867-97B7-2E7415230AFC}"/>
                  </a:ext>
                </a:extLst>
              </p:cNvPr>
              <p:cNvSpPr/>
              <p:nvPr/>
            </p:nvSpPr>
            <p:spPr>
              <a:xfrm rot="10800000">
                <a:off x="121737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9" name="Parallelogram 14">
                <a:extLst>
                  <a:ext uri="{FF2B5EF4-FFF2-40B4-BE49-F238E27FC236}">
                    <a16:creationId xmlns:a16="http://schemas.microsoft.com/office/drawing/2014/main" id="{3D0DAA13-39FA-4BF6-8A32-3AF1CF546026}"/>
                  </a:ext>
                </a:extLst>
              </p:cNvPr>
              <p:cNvSpPr/>
              <p:nvPr/>
            </p:nvSpPr>
            <p:spPr>
              <a:xfrm rot="10800000">
                <a:off x="116523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0" name="Parallelogram 15">
                <a:extLst>
                  <a:ext uri="{FF2B5EF4-FFF2-40B4-BE49-F238E27FC236}">
                    <a16:creationId xmlns:a16="http://schemas.microsoft.com/office/drawing/2014/main" id="{0ECA2221-1B73-400A-B4D8-2A76DDC18A17}"/>
                  </a:ext>
                </a:extLst>
              </p:cNvPr>
              <p:cNvSpPr/>
              <p:nvPr/>
            </p:nvSpPr>
            <p:spPr>
              <a:xfrm rot="10800000">
                <a:off x="111310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1" name="Parallelogram 16">
                <a:extLst>
                  <a:ext uri="{FF2B5EF4-FFF2-40B4-BE49-F238E27FC236}">
                    <a16:creationId xmlns:a16="http://schemas.microsoft.com/office/drawing/2014/main" id="{915CD582-31AB-4383-9BBE-1A5EC9341783}"/>
                  </a:ext>
                </a:extLst>
              </p:cNvPr>
              <p:cNvSpPr/>
              <p:nvPr/>
            </p:nvSpPr>
            <p:spPr>
              <a:xfrm rot="10800000">
                <a:off x="106096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2" name="Parallelogram 17">
                <a:extLst>
                  <a:ext uri="{FF2B5EF4-FFF2-40B4-BE49-F238E27FC236}">
                    <a16:creationId xmlns:a16="http://schemas.microsoft.com/office/drawing/2014/main" id="{843C0809-6F55-496B-AB6C-CF17CC5B55F5}"/>
                  </a:ext>
                </a:extLst>
              </p:cNvPr>
              <p:cNvSpPr/>
              <p:nvPr/>
            </p:nvSpPr>
            <p:spPr>
              <a:xfrm rot="10800000">
                <a:off x="100882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3" name="Parallelogram 18">
                <a:extLst>
                  <a:ext uri="{FF2B5EF4-FFF2-40B4-BE49-F238E27FC236}">
                    <a16:creationId xmlns:a16="http://schemas.microsoft.com/office/drawing/2014/main" id="{6F4B318C-BC02-4983-8BC4-27B45ACD1088}"/>
                  </a:ext>
                </a:extLst>
              </p:cNvPr>
              <p:cNvSpPr/>
              <p:nvPr/>
            </p:nvSpPr>
            <p:spPr>
              <a:xfrm rot="10800000">
                <a:off x="95668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4" name="Parallelogram 19">
                <a:extLst>
                  <a:ext uri="{FF2B5EF4-FFF2-40B4-BE49-F238E27FC236}">
                    <a16:creationId xmlns:a16="http://schemas.microsoft.com/office/drawing/2014/main" id="{411C51FC-C171-4A83-8510-D1758A0E62D3}"/>
                  </a:ext>
                </a:extLst>
              </p:cNvPr>
              <p:cNvSpPr/>
              <p:nvPr/>
            </p:nvSpPr>
            <p:spPr>
              <a:xfrm rot="10800000">
                <a:off x="90455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5" name="Parallelogram 20">
                <a:extLst>
                  <a:ext uri="{FF2B5EF4-FFF2-40B4-BE49-F238E27FC236}">
                    <a16:creationId xmlns:a16="http://schemas.microsoft.com/office/drawing/2014/main" id="{579152D1-5A7C-4B1F-8EF0-B7770D5B4696}"/>
                  </a:ext>
                </a:extLst>
              </p:cNvPr>
              <p:cNvSpPr/>
              <p:nvPr/>
            </p:nvSpPr>
            <p:spPr>
              <a:xfrm rot="10800000">
                <a:off x="85241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6" name="Parallelogram 21">
                <a:extLst>
                  <a:ext uri="{FF2B5EF4-FFF2-40B4-BE49-F238E27FC236}">
                    <a16:creationId xmlns:a16="http://schemas.microsoft.com/office/drawing/2014/main" id="{987BF545-E685-4CD5-BB19-7F7A17B9CEBC}"/>
                  </a:ext>
                </a:extLst>
              </p:cNvPr>
              <p:cNvSpPr/>
              <p:nvPr/>
            </p:nvSpPr>
            <p:spPr>
              <a:xfrm rot="10800000">
                <a:off x="800275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7" name="Parallelogram 22">
                <a:extLst>
                  <a:ext uri="{FF2B5EF4-FFF2-40B4-BE49-F238E27FC236}">
                    <a16:creationId xmlns:a16="http://schemas.microsoft.com/office/drawing/2014/main" id="{DB19C074-FB69-4B29-9DFE-AFC9922CAECB}"/>
                  </a:ext>
                </a:extLst>
              </p:cNvPr>
              <p:cNvSpPr/>
              <p:nvPr/>
            </p:nvSpPr>
            <p:spPr>
              <a:xfrm rot="10800000">
                <a:off x="74813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8" name="Parallelogram 23">
                <a:extLst>
                  <a:ext uri="{FF2B5EF4-FFF2-40B4-BE49-F238E27FC236}">
                    <a16:creationId xmlns:a16="http://schemas.microsoft.com/office/drawing/2014/main" id="{F79B569F-1BDD-43C5-94AC-87F568A05473}"/>
                  </a:ext>
                </a:extLst>
              </p:cNvPr>
              <p:cNvSpPr/>
              <p:nvPr/>
            </p:nvSpPr>
            <p:spPr>
              <a:xfrm rot="10800000">
                <a:off x="696000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9" name="Parallelogram 24">
                <a:extLst>
                  <a:ext uri="{FF2B5EF4-FFF2-40B4-BE49-F238E27FC236}">
                    <a16:creationId xmlns:a16="http://schemas.microsoft.com/office/drawing/2014/main" id="{6CBE194C-02B3-4AB6-93F9-72F3B1A474D9}"/>
                  </a:ext>
                </a:extLst>
              </p:cNvPr>
              <p:cNvSpPr/>
              <p:nvPr/>
            </p:nvSpPr>
            <p:spPr>
              <a:xfrm>
                <a:off x="126951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30" name="Parallelogram 25">
                <a:extLst>
                  <a:ext uri="{FF2B5EF4-FFF2-40B4-BE49-F238E27FC236}">
                    <a16:creationId xmlns:a16="http://schemas.microsoft.com/office/drawing/2014/main" id="{C3B6E713-8AAB-423B-8197-25194CB5BF07}"/>
                  </a:ext>
                </a:extLst>
              </p:cNvPr>
              <p:cNvSpPr/>
              <p:nvPr/>
            </p:nvSpPr>
            <p:spPr>
              <a:xfrm>
                <a:off x="132165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31" name="Parallelogram 26">
                <a:extLst>
                  <a:ext uri="{FF2B5EF4-FFF2-40B4-BE49-F238E27FC236}">
                    <a16:creationId xmlns:a16="http://schemas.microsoft.com/office/drawing/2014/main" id="{2F090967-AF39-45A9-9BDD-A913DA536F41}"/>
                  </a:ext>
                </a:extLst>
              </p:cNvPr>
              <p:cNvSpPr/>
              <p:nvPr/>
            </p:nvSpPr>
            <p:spPr>
              <a:xfrm>
                <a:off x="137378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32" name="Parallelogram 27">
                <a:extLst>
                  <a:ext uri="{FF2B5EF4-FFF2-40B4-BE49-F238E27FC236}">
                    <a16:creationId xmlns:a16="http://schemas.microsoft.com/office/drawing/2014/main" id="{EE86AE3E-59F1-4E75-A316-CC0424264C26}"/>
                  </a:ext>
                </a:extLst>
              </p:cNvPr>
              <p:cNvSpPr/>
              <p:nvPr/>
            </p:nvSpPr>
            <p:spPr>
              <a:xfrm>
                <a:off x="1425927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33" name="Parallelogram 28">
                <a:extLst>
                  <a:ext uri="{FF2B5EF4-FFF2-40B4-BE49-F238E27FC236}">
                    <a16:creationId xmlns:a16="http://schemas.microsoft.com/office/drawing/2014/main" id="{604AC489-8F96-4F2D-BBDC-BB345AB0848D}"/>
                  </a:ext>
                </a:extLst>
              </p:cNvPr>
              <p:cNvSpPr/>
              <p:nvPr/>
            </p:nvSpPr>
            <p:spPr>
              <a:xfrm>
                <a:off x="153020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34" name="Parallelogram 29">
                <a:extLst>
                  <a:ext uri="{FF2B5EF4-FFF2-40B4-BE49-F238E27FC236}">
                    <a16:creationId xmlns:a16="http://schemas.microsoft.com/office/drawing/2014/main" id="{6A926C3A-E8CB-4BCE-9E62-FA791E965E99}"/>
                  </a:ext>
                </a:extLst>
              </p:cNvPr>
              <p:cNvSpPr/>
              <p:nvPr/>
            </p:nvSpPr>
            <p:spPr>
              <a:xfrm>
                <a:off x="147806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44" name="TextBox 8">
              <a:extLst>
                <a:ext uri="{FF2B5EF4-FFF2-40B4-BE49-F238E27FC236}">
                  <a16:creationId xmlns:a16="http://schemas.microsoft.com/office/drawing/2014/main" id="{31EA540A-74A1-4C96-AFFC-81C013F448E4}"/>
                </a:ext>
              </a:extLst>
            </p:cNvPr>
            <p:cNvSpPr txBox="1"/>
            <p:nvPr/>
          </p:nvSpPr>
          <p:spPr>
            <a:xfrm>
              <a:off x="981123" y="1950792"/>
              <a:ext cx="2340000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600" b="1" dirty="0">
                  <a:solidFill>
                    <a:schemeClr val="tx2"/>
                  </a:solidFill>
                </a:rPr>
                <a:t>Infrastructure Security</a:t>
              </a:r>
            </a:p>
          </p:txBody>
        </p:sp>
        <p:cxnSp>
          <p:nvCxnSpPr>
            <p:cNvPr id="145" name="Straight Connector 10">
              <a:extLst>
                <a:ext uri="{FF2B5EF4-FFF2-40B4-BE49-F238E27FC236}">
                  <a16:creationId xmlns:a16="http://schemas.microsoft.com/office/drawing/2014/main" id="{70576186-C4CE-4869-ACDD-3711FFAB22EF}"/>
                </a:ext>
              </a:extLst>
            </p:cNvPr>
            <p:cNvCxnSpPr>
              <a:cxnSpLocks/>
            </p:cNvCxnSpPr>
            <p:nvPr/>
          </p:nvCxnSpPr>
          <p:spPr>
            <a:xfrm>
              <a:off x="981123" y="2486055"/>
              <a:ext cx="2340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Parallelogram 11">
              <a:extLst>
                <a:ext uri="{FF2B5EF4-FFF2-40B4-BE49-F238E27FC236}">
                  <a16:creationId xmlns:a16="http://schemas.microsoft.com/office/drawing/2014/main" id="{85592B03-848F-4D0F-A3D8-6B38F0A62AD7}"/>
                </a:ext>
              </a:extLst>
            </p:cNvPr>
            <p:cNvSpPr/>
            <p:nvPr/>
          </p:nvSpPr>
          <p:spPr>
            <a:xfrm>
              <a:off x="981123" y="2468055"/>
              <a:ext cx="360000" cy="18000"/>
            </a:xfrm>
            <a:prstGeom prst="parallelogram">
              <a:avLst>
                <a:gd name="adj" fmla="val 98714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0" name="TextBox 12">
              <a:extLst>
                <a:ext uri="{FF2B5EF4-FFF2-40B4-BE49-F238E27FC236}">
                  <a16:creationId xmlns:a16="http://schemas.microsoft.com/office/drawing/2014/main" id="{020E2757-9E40-47E9-91A4-5F3BFC07FDDA}"/>
                </a:ext>
              </a:extLst>
            </p:cNvPr>
            <p:cNvSpPr txBox="1"/>
            <p:nvPr/>
          </p:nvSpPr>
          <p:spPr>
            <a:xfrm>
              <a:off x="981123" y="1290248"/>
              <a:ext cx="2340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400" b="1" dirty="0">
                  <a:solidFill>
                    <a:schemeClr val="bg2"/>
                  </a:solidFill>
                </a:rPr>
                <a:t>05</a:t>
              </a:r>
              <a:endParaRPr lang="fr-FR" sz="1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20" name="Group 30">
            <a:extLst>
              <a:ext uri="{FF2B5EF4-FFF2-40B4-BE49-F238E27FC236}">
                <a16:creationId xmlns:a16="http://schemas.microsoft.com/office/drawing/2014/main" id="{F4D935D5-938D-431A-80B7-90C81A09CFAF}"/>
              </a:ext>
            </a:extLst>
          </p:cNvPr>
          <p:cNvGrpSpPr/>
          <p:nvPr/>
        </p:nvGrpSpPr>
        <p:grpSpPr>
          <a:xfrm>
            <a:off x="675161" y="1230046"/>
            <a:ext cx="2340000" cy="1195807"/>
            <a:chOff x="981123" y="1290248"/>
            <a:chExt cx="2340000" cy="1195807"/>
          </a:xfrm>
        </p:grpSpPr>
        <p:grpSp>
          <p:nvGrpSpPr>
            <p:cNvPr id="121" name="Group 7">
              <a:extLst>
                <a:ext uri="{FF2B5EF4-FFF2-40B4-BE49-F238E27FC236}">
                  <a16:creationId xmlns:a16="http://schemas.microsoft.com/office/drawing/2014/main" id="{65E3E575-255B-48FD-BB7B-353AF06D38C6}"/>
                </a:ext>
              </a:extLst>
            </p:cNvPr>
            <p:cNvGrpSpPr/>
            <p:nvPr/>
          </p:nvGrpSpPr>
          <p:grpSpPr>
            <a:xfrm>
              <a:off x="981123" y="1561541"/>
              <a:ext cx="920602" cy="74305"/>
              <a:chOff x="696000" y="1460737"/>
              <a:chExt cx="920602" cy="112014"/>
            </a:xfrm>
          </p:grpSpPr>
          <p:sp>
            <p:nvSpPr>
              <p:cNvPr id="126" name="Parallelogram 13">
                <a:extLst>
                  <a:ext uri="{FF2B5EF4-FFF2-40B4-BE49-F238E27FC236}">
                    <a16:creationId xmlns:a16="http://schemas.microsoft.com/office/drawing/2014/main" id="{55D630EB-116C-45CD-ADF7-D447E753D4AA}"/>
                  </a:ext>
                </a:extLst>
              </p:cNvPr>
              <p:cNvSpPr/>
              <p:nvPr/>
            </p:nvSpPr>
            <p:spPr>
              <a:xfrm rot="10800000">
                <a:off x="121737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7" name="Parallelogram 14">
                <a:extLst>
                  <a:ext uri="{FF2B5EF4-FFF2-40B4-BE49-F238E27FC236}">
                    <a16:creationId xmlns:a16="http://schemas.microsoft.com/office/drawing/2014/main" id="{8909B9E9-F238-4219-A0F8-291AD3506447}"/>
                  </a:ext>
                </a:extLst>
              </p:cNvPr>
              <p:cNvSpPr/>
              <p:nvPr/>
            </p:nvSpPr>
            <p:spPr>
              <a:xfrm rot="10800000">
                <a:off x="116523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8" name="Parallelogram 15">
                <a:extLst>
                  <a:ext uri="{FF2B5EF4-FFF2-40B4-BE49-F238E27FC236}">
                    <a16:creationId xmlns:a16="http://schemas.microsoft.com/office/drawing/2014/main" id="{3E160EEC-1B88-4212-8B35-B5AD61DA4D5A}"/>
                  </a:ext>
                </a:extLst>
              </p:cNvPr>
              <p:cNvSpPr/>
              <p:nvPr/>
            </p:nvSpPr>
            <p:spPr>
              <a:xfrm rot="10800000">
                <a:off x="111310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9" name="Parallelogram 16">
                <a:extLst>
                  <a:ext uri="{FF2B5EF4-FFF2-40B4-BE49-F238E27FC236}">
                    <a16:creationId xmlns:a16="http://schemas.microsoft.com/office/drawing/2014/main" id="{A6B80278-FB2A-41C2-9D52-E87343969354}"/>
                  </a:ext>
                </a:extLst>
              </p:cNvPr>
              <p:cNvSpPr/>
              <p:nvPr/>
            </p:nvSpPr>
            <p:spPr>
              <a:xfrm rot="10800000">
                <a:off x="106096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0" name="Parallelogram 17">
                <a:extLst>
                  <a:ext uri="{FF2B5EF4-FFF2-40B4-BE49-F238E27FC236}">
                    <a16:creationId xmlns:a16="http://schemas.microsoft.com/office/drawing/2014/main" id="{948B6BF4-2F09-4B7A-9EC7-BB04BA4CFBB9}"/>
                  </a:ext>
                </a:extLst>
              </p:cNvPr>
              <p:cNvSpPr/>
              <p:nvPr/>
            </p:nvSpPr>
            <p:spPr>
              <a:xfrm rot="10800000">
                <a:off x="100882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1" name="Parallelogram 18">
                <a:extLst>
                  <a:ext uri="{FF2B5EF4-FFF2-40B4-BE49-F238E27FC236}">
                    <a16:creationId xmlns:a16="http://schemas.microsoft.com/office/drawing/2014/main" id="{2F69831A-2508-4CC1-BB23-7807F000C788}"/>
                  </a:ext>
                </a:extLst>
              </p:cNvPr>
              <p:cNvSpPr/>
              <p:nvPr/>
            </p:nvSpPr>
            <p:spPr>
              <a:xfrm rot="10800000">
                <a:off x="95668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2" name="Parallelogram 19">
                <a:extLst>
                  <a:ext uri="{FF2B5EF4-FFF2-40B4-BE49-F238E27FC236}">
                    <a16:creationId xmlns:a16="http://schemas.microsoft.com/office/drawing/2014/main" id="{70C01AF9-056D-4702-9A37-7B746D12EB24}"/>
                  </a:ext>
                </a:extLst>
              </p:cNvPr>
              <p:cNvSpPr/>
              <p:nvPr/>
            </p:nvSpPr>
            <p:spPr>
              <a:xfrm rot="10800000">
                <a:off x="90455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3" name="Parallelogram 20">
                <a:extLst>
                  <a:ext uri="{FF2B5EF4-FFF2-40B4-BE49-F238E27FC236}">
                    <a16:creationId xmlns:a16="http://schemas.microsoft.com/office/drawing/2014/main" id="{73FA3906-09D7-4E9A-BEFF-CBCD710A07A1}"/>
                  </a:ext>
                </a:extLst>
              </p:cNvPr>
              <p:cNvSpPr/>
              <p:nvPr/>
            </p:nvSpPr>
            <p:spPr>
              <a:xfrm rot="10800000">
                <a:off x="85241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4" name="Parallelogram 21">
                <a:extLst>
                  <a:ext uri="{FF2B5EF4-FFF2-40B4-BE49-F238E27FC236}">
                    <a16:creationId xmlns:a16="http://schemas.microsoft.com/office/drawing/2014/main" id="{E38926C9-4FED-4C01-9E93-B76F0E10937C}"/>
                  </a:ext>
                </a:extLst>
              </p:cNvPr>
              <p:cNvSpPr/>
              <p:nvPr/>
            </p:nvSpPr>
            <p:spPr>
              <a:xfrm rot="10800000">
                <a:off x="800275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5" name="Parallelogram 22">
                <a:extLst>
                  <a:ext uri="{FF2B5EF4-FFF2-40B4-BE49-F238E27FC236}">
                    <a16:creationId xmlns:a16="http://schemas.microsoft.com/office/drawing/2014/main" id="{2C429CF7-A500-4E94-B3B9-5A438B7F919D}"/>
                  </a:ext>
                </a:extLst>
              </p:cNvPr>
              <p:cNvSpPr/>
              <p:nvPr/>
            </p:nvSpPr>
            <p:spPr>
              <a:xfrm rot="10800000">
                <a:off x="74813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6" name="Parallelogram 23">
                <a:extLst>
                  <a:ext uri="{FF2B5EF4-FFF2-40B4-BE49-F238E27FC236}">
                    <a16:creationId xmlns:a16="http://schemas.microsoft.com/office/drawing/2014/main" id="{537D8428-19E5-42E6-897A-888B244896B0}"/>
                  </a:ext>
                </a:extLst>
              </p:cNvPr>
              <p:cNvSpPr/>
              <p:nvPr/>
            </p:nvSpPr>
            <p:spPr>
              <a:xfrm rot="10800000">
                <a:off x="696000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7" name="Parallelogram 24">
                <a:extLst>
                  <a:ext uri="{FF2B5EF4-FFF2-40B4-BE49-F238E27FC236}">
                    <a16:creationId xmlns:a16="http://schemas.microsoft.com/office/drawing/2014/main" id="{36ADA15D-0D27-4CC6-A501-0C388C9EE468}"/>
                  </a:ext>
                </a:extLst>
              </p:cNvPr>
              <p:cNvSpPr/>
              <p:nvPr/>
            </p:nvSpPr>
            <p:spPr>
              <a:xfrm>
                <a:off x="126951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8" name="Parallelogram 25">
                <a:extLst>
                  <a:ext uri="{FF2B5EF4-FFF2-40B4-BE49-F238E27FC236}">
                    <a16:creationId xmlns:a16="http://schemas.microsoft.com/office/drawing/2014/main" id="{9E116087-2F00-489F-AE5D-5F13F0773B14}"/>
                  </a:ext>
                </a:extLst>
              </p:cNvPr>
              <p:cNvSpPr/>
              <p:nvPr/>
            </p:nvSpPr>
            <p:spPr>
              <a:xfrm>
                <a:off x="132165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9" name="Parallelogram 26">
                <a:extLst>
                  <a:ext uri="{FF2B5EF4-FFF2-40B4-BE49-F238E27FC236}">
                    <a16:creationId xmlns:a16="http://schemas.microsoft.com/office/drawing/2014/main" id="{AED1A050-64E1-4229-B19C-83BC304653B6}"/>
                  </a:ext>
                </a:extLst>
              </p:cNvPr>
              <p:cNvSpPr/>
              <p:nvPr/>
            </p:nvSpPr>
            <p:spPr>
              <a:xfrm>
                <a:off x="137378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0" name="Parallelogram 27">
                <a:extLst>
                  <a:ext uri="{FF2B5EF4-FFF2-40B4-BE49-F238E27FC236}">
                    <a16:creationId xmlns:a16="http://schemas.microsoft.com/office/drawing/2014/main" id="{DFF58639-AAFF-433A-AF4E-8AFCA7E8AE7A}"/>
                  </a:ext>
                </a:extLst>
              </p:cNvPr>
              <p:cNvSpPr/>
              <p:nvPr/>
            </p:nvSpPr>
            <p:spPr>
              <a:xfrm>
                <a:off x="1425927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1" name="Parallelogram 28">
                <a:extLst>
                  <a:ext uri="{FF2B5EF4-FFF2-40B4-BE49-F238E27FC236}">
                    <a16:creationId xmlns:a16="http://schemas.microsoft.com/office/drawing/2014/main" id="{BACC33CE-62ED-4741-96F3-E00B766C4CC6}"/>
                  </a:ext>
                </a:extLst>
              </p:cNvPr>
              <p:cNvSpPr/>
              <p:nvPr/>
            </p:nvSpPr>
            <p:spPr>
              <a:xfrm>
                <a:off x="153020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95" name="Parallelogram 29">
                <a:extLst>
                  <a:ext uri="{FF2B5EF4-FFF2-40B4-BE49-F238E27FC236}">
                    <a16:creationId xmlns:a16="http://schemas.microsoft.com/office/drawing/2014/main" id="{898FD31D-EE97-421C-84B6-4672AA112DFB}"/>
                  </a:ext>
                </a:extLst>
              </p:cNvPr>
              <p:cNvSpPr/>
              <p:nvPr/>
            </p:nvSpPr>
            <p:spPr>
              <a:xfrm>
                <a:off x="147806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22" name="TextBox 8">
              <a:extLst>
                <a:ext uri="{FF2B5EF4-FFF2-40B4-BE49-F238E27FC236}">
                  <a16:creationId xmlns:a16="http://schemas.microsoft.com/office/drawing/2014/main" id="{ED80E24B-7EDD-4728-8E96-403F97EFEC8D}"/>
                </a:ext>
              </a:extLst>
            </p:cNvPr>
            <p:cNvSpPr txBox="1"/>
            <p:nvPr/>
          </p:nvSpPr>
          <p:spPr>
            <a:xfrm>
              <a:off x="981123" y="1950792"/>
              <a:ext cx="2340000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600" b="1" dirty="0">
                  <a:solidFill>
                    <a:schemeClr val="tx2"/>
                  </a:solidFill>
                </a:rPr>
                <a:t>Source Code Security </a:t>
              </a:r>
            </a:p>
          </p:txBody>
        </p:sp>
        <p:cxnSp>
          <p:nvCxnSpPr>
            <p:cNvPr id="123" name="Straight Connector 10">
              <a:extLst>
                <a:ext uri="{FF2B5EF4-FFF2-40B4-BE49-F238E27FC236}">
                  <a16:creationId xmlns:a16="http://schemas.microsoft.com/office/drawing/2014/main" id="{70BE666D-DB43-417A-9F93-65ED8C32CE63}"/>
                </a:ext>
              </a:extLst>
            </p:cNvPr>
            <p:cNvCxnSpPr>
              <a:cxnSpLocks/>
            </p:cNvCxnSpPr>
            <p:nvPr/>
          </p:nvCxnSpPr>
          <p:spPr>
            <a:xfrm>
              <a:off x="981123" y="2486055"/>
              <a:ext cx="2340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Parallelogram 11">
              <a:extLst>
                <a:ext uri="{FF2B5EF4-FFF2-40B4-BE49-F238E27FC236}">
                  <a16:creationId xmlns:a16="http://schemas.microsoft.com/office/drawing/2014/main" id="{2C1FCF75-3A3E-47C2-90E5-E677D1B93FD7}"/>
                </a:ext>
              </a:extLst>
            </p:cNvPr>
            <p:cNvSpPr/>
            <p:nvPr/>
          </p:nvSpPr>
          <p:spPr>
            <a:xfrm>
              <a:off x="981123" y="2468055"/>
              <a:ext cx="360000" cy="18000"/>
            </a:xfrm>
            <a:prstGeom prst="parallelogram">
              <a:avLst>
                <a:gd name="adj" fmla="val 98714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5" name="TextBox 12">
              <a:extLst>
                <a:ext uri="{FF2B5EF4-FFF2-40B4-BE49-F238E27FC236}">
                  <a16:creationId xmlns:a16="http://schemas.microsoft.com/office/drawing/2014/main" id="{177C3F9B-5651-4CAF-AA00-970F8BE16AF8}"/>
                </a:ext>
              </a:extLst>
            </p:cNvPr>
            <p:cNvSpPr txBox="1"/>
            <p:nvPr/>
          </p:nvSpPr>
          <p:spPr>
            <a:xfrm>
              <a:off x="981123" y="1290248"/>
              <a:ext cx="2340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400" b="1" dirty="0">
                  <a:solidFill>
                    <a:schemeClr val="bg2"/>
                  </a:solidFill>
                </a:rPr>
                <a:t>01</a:t>
              </a:r>
              <a:endParaRPr lang="fr-FR" sz="1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96" name="Group 30">
            <a:extLst>
              <a:ext uri="{FF2B5EF4-FFF2-40B4-BE49-F238E27FC236}">
                <a16:creationId xmlns:a16="http://schemas.microsoft.com/office/drawing/2014/main" id="{7B79FCC3-6986-41E8-801D-00AC7CCE814C}"/>
              </a:ext>
            </a:extLst>
          </p:cNvPr>
          <p:cNvGrpSpPr/>
          <p:nvPr/>
        </p:nvGrpSpPr>
        <p:grpSpPr>
          <a:xfrm>
            <a:off x="6364580" y="3034580"/>
            <a:ext cx="2340000" cy="1195807"/>
            <a:chOff x="981123" y="1290248"/>
            <a:chExt cx="2340000" cy="1195807"/>
          </a:xfrm>
        </p:grpSpPr>
        <p:grpSp>
          <p:nvGrpSpPr>
            <p:cNvPr id="197" name="Group 7">
              <a:extLst>
                <a:ext uri="{FF2B5EF4-FFF2-40B4-BE49-F238E27FC236}">
                  <a16:creationId xmlns:a16="http://schemas.microsoft.com/office/drawing/2014/main" id="{99B8918F-9FAC-47D4-B846-7BBD695BC057}"/>
                </a:ext>
              </a:extLst>
            </p:cNvPr>
            <p:cNvGrpSpPr/>
            <p:nvPr/>
          </p:nvGrpSpPr>
          <p:grpSpPr>
            <a:xfrm>
              <a:off x="981123" y="1561541"/>
              <a:ext cx="920602" cy="74305"/>
              <a:chOff x="696000" y="1460737"/>
              <a:chExt cx="920602" cy="112014"/>
            </a:xfrm>
          </p:grpSpPr>
          <p:sp>
            <p:nvSpPr>
              <p:cNvPr id="202" name="Parallelogram 13">
                <a:extLst>
                  <a:ext uri="{FF2B5EF4-FFF2-40B4-BE49-F238E27FC236}">
                    <a16:creationId xmlns:a16="http://schemas.microsoft.com/office/drawing/2014/main" id="{3D7176F4-4FEC-4164-BD91-919C91615E99}"/>
                  </a:ext>
                </a:extLst>
              </p:cNvPr>
              <p:cNvSpPr/>
              <p:nvPr/>
            </p:nvSpPr>
            <p:spPr>
              <a:xfrm rot="10800000">
                <a:off x="121737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3" name="Parallelogram 14">
                <a:extLst>
                  <a:ext uri="{FF2B5EF4-FFF2-40B4-BE49-F238E27FC236}">
                    <a16:creationId xmlns:a16="http://schemas.microsoft.com/office/drawing/2014/main" id="{5024D4DA-CDC2-4A0E-A25D-41EC0802CF36}"/>
                  </a:ext>
                </a:extLst>
              </p:cNvPr>
              <p:cNvSpPr/>
              <p:nvPr/>
            </p:nvSpPr>
            <p:spPr>
              <a:xfrm rot="10800000">
                <a:off x="116523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4" name="Parallelogram 15">
                <a:extLst>
                  <a:ext uri="{FF2B5EF4-FFF2-40B4-BE49-F238E27FC236}">
                    <a16:creationId xmlns:a16="http://schemas.microsoft.com/office/drawing/2014/main" id="{0404C015-CA70-4F17-B2A0-5C077EB7DA69}"/>
                  </a:ext>
                </a:extLst>
              </p:cNvPr>
              <p:cNvSpPr/>
              <p:nvPr/>
            </p:nvSpPr>
            <p:spPr>
              <a:xfrm rot="10800000">
                <a:off x="111310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5" name="Parallelogram 16">
                <a:extLst>
                  <a:ext uri="{FF2B5EF4-FFF2-40B4-BE49-F238E27FC236}">
                    <a16:creationId xmlns:a16="http://schemas.microsoft.com/office/drawing/2014/main" id="{836DB86D-168A-41C4-8C48-556DBF1D661F}"/>
                  </a:ext>
                </a:extLst>
              </p:cNvPr>
              <p:cNvSpPr/>
              <p:nvPr/>
            </p:nvSpPr>
            <p:spPr>
              <a:xfrm rot="10800000">
                <a:off x="106096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6" name="Parallelogram 17">
                <a:extLst>
                  <a:ext uri="{FF2B5EF4-FFF2-40B4-BE49-F238E27FC236}">
                    <a16:creationId xmlns:a16="http://schemas.microsoft.com/office/drawing/2014/main" id="{F3A54387-140E-4922-A9F4-3982C24D7937}"/>
                  </a:ext>
                </a:extLst>
              </p:cNvPr>
              <p:cNvSpPr/>
              <p:nvPr/>
            </p:nvSpPr>
            <p:spPr>
              <a:xfrm rot="10800000">
                <a:off x="1008826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7" name="Parallelogram 18">
                <a:extLst>
                  <a:ext uri="{FF2B5EF4-FFF2-40B4-BE49-F238E27FC236}">
                    <a16:creationId xmlns:a16="http://schemas.microsoft.com/office/drawing/2014/main" id="{BE50CB2A-C837-4DE2-82FB-43ED6D695C3F}"/>
                  </a:ext>
                </a:extLst>
              </p:cNvPr>
              <p:cNvSpPr/>
              <p:nvPr/>
            </p:nvSpPr>
            <p:spPr>
              <a:xfrm rot="10800000">
                <a:off x="95668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8" name="Parallelogram 19">
                <a:extLst>
                  <a:ext uri="{FF2B5EF4-FFF2-40B4-BE49-F238E27FC236}">
                    <a16:creationId xmlns:a16="http://schemas.microsoft.com/office/drawing/2014/main" id="{5E0A1A0C-74C4-4B95-A795-23658061F247}"/>
                  </a:ext>
                </a:extLst>
              </p:cNvPr>
              <p:cNvSpPr/>
              <p:nvPr/>
            </p:nvSpPr>
            <p:spPr>
              <a:xfrm rot="10800000">
                <a:off x="904551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9" name="Parallelogram 20">
                <a:extLst>
                  <a:ext uri="{FF2B5EF4-FFF2-40B4-BE49-F238E27FC236}">
                    <a16:creationId xmlns:a16="http://schemas.microsoft.com/office/drawing/2014/main" id="{372720E7-1596-4C83-BAD5-51BD71965EEE}"/>
                  </a:ext>
                </a:extLst>
              </p:cNvPr>
              <p:cNvSpPr/>
              <p:nvPr/>
            </p:nvSpPr>
            <p:spPr>
              <a:xfrm rot="10800000">
                <a:off x="852413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0" name="Parallelogram 21">
                <a:extLst>
                  <a:ext uri="{FF2B5EF4-FFF2-40B4-BE49-F238E27FC236}">
                    <a16:creationId xmlns:a16="http://schemas.microsoft.com/office/drawing/2014/main" id="{DBCC6018-5969-41AF-82A9-7CC15BA14FCD}"/>
                  </a:ext>
                </a:extLst>
              </p:cNvPr>
              <p:cNvSpPr/>
              <p:nvPr/>
            </p:nvSpPr>
            <p:spPr>
              <a:xfrm rot="10800000">
                <a:off x="800275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1" name="Parallelogram 22">
                <a:extLst>
                  <a:ext uri="{FF2B5EF4-FFF2-40B4-BE49-F238E27FC236}">
                    <a16:creationId xmlns:a16="http://schemas.microsoft.com/office/drawing/2014/main" id="{E19B83CD-F58F-4A0E-8EF3-E5949543870A}"/>
                  </a:ext>
                </a:extLst>
              </p:cNvPr>
              <p:cNvSpPr/>
              <p:nvPr/>
            </p:nvSpPr>
            <p:spPr>
              <a:xfrm rot="10800000">
                <a:off x="748138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2" name="Parallelogram 23">
                <a:extLst>
                  <a:ext uri="{FF2B5EF4-FFF2-40B4-BE49-F238E27FC236}">
                    <a16:creationId xmlns:a16="http://schemas.microsoft.com/office/drawing/2014/main" id="{544748DB-8B99-4390-97D3-326893896F67}"/>
                  </a:ext>
                </a:extLst>
              </p:cNvPr>
              <p:cNvSpPr/>
              <p:nvPr/>
            </p:nvSpPr>
            <p:spPr>
              <a:xfrm rot="10800000">
                <a:off x="696000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3" name="Parallelogram 24">
                <a:extLst>
                  <a:ext uri="{FF2B5EF4-FFF2-40B4-BE49-F238E27FC236}">
                    <a16:creationId xmlns:a16="http://schemas.microsoft.com/office/drawing/2014/main" id="{5EC97DB4-CDE2-4FC0-B3F1-6869224CDF22}"/>
                  </a:ext>
                </a:extLst>
              </p:cNvPr>
              <p:cNvSpPr/>
              <p:nvPr/>
            </p:nvSpPr>
            <p:spPr>
              <a:xfrm>
                <a:off x="126951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4" name="Parallelogram 25">
                <a:extLst>
                  <a:ext uri="{FF2B5EF4-FFF2-40B4-BE49-F238E27FC236}">
                    <a16:creationId xmlns:a16="http://schemas.microsoft.com/office/drawing/2014/main" id="{92085750-DD34-46E4-B8EA-C91A8E83ADB5}"/>
                  </a:ext>
                </a:extLst>
              </p:cNvPr>
              <p:cNvSpPr/>
              <p:nvPr/>
            </p:nvSpPr>
            <p:spPr>
              <a:xfrm>
                <a:off x="132165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5" name="Parallelogram 26">
                <a:extLst>
                  <a:ext uri="{FF2B5EF4-FFF2-40B4-BE49-F238E27FC236}">
                    <a16:creationId xmlns:a16="http://schemas.microsoft.com/office/drawing/2014/main" id="{75A210F4-256B-415A-8300-628F7DB82426}"/>
                  </a:ext>
                </a:extLst>
              </p:cNvPr>
              <p:cNvSpPr/>
              <p:nvPr/>
            </p:nvSpPr>
            <p:spPr>
              <a:xfrm>
                <a:off x="1373789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6" name="Parallelogram 27">
                <a:extLst>
                  <a:ext uri="{FF2B5EF4-FFF2-40B4-BE49-F238E27FC236}">
                    <a16:creationId xmlns:a16="http://schemas.microsoft.com/office/drawing/2014/main" id="{FF870A48-3B56-4698-B921-00BD7667507D}"/>
                  </a:ext>
                </a:extLst>
              </p:cNvPr>
              <p:cNvSpPr/>
              <p:nvPr/>
            </p:nvSpPr>
            <p:spPr>
              <a:xfrm>
                <a:off x="1425927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7" name="Parallelogram 28">
                <a:extLst>
                  <a:ext uri="{FF2B5EF4-FFF2-40B4-BE49-F238E27FC236}">
                    <a16:creationId xmlns:a16="http://schemas.microsoft.com/office/drawing/2014/main" id="{F5077CD8-45D3-414E-AF05-00689E3FB586}"/>
                  </a:ext>
                </a:extLst>
              </p:cNvPr>
              <p:cNvSpPr/>
              <p:nvPr/>
            </p:nvSpPr>
            <p:spPr>
              <a:xfrm>
                <a:off x="1530202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35" name="Parallelogram 29">
                <a:extLst>
                  <a:ext uri="{FF2B5EF4-FFF2-40B4-BE49-F238E27FC236}">
                    <a16:creationId xmlns:a16="http://schemas.microsoft.com/office/drawing/2014/main" id="{E83BFF02-BC01-40E7-810C-3BEB067CC0D9}"/>
                  </a:ext>
                </a:extLst>
              </p:cNvPr>
              <p:cNvSpPr/>
              <p:nvPr/>
            </p:nvSpPr>
            <p:spPr>
              <a:xfrm>
                <a:off x="1478064" y="1460737"/>
                <a:ext cx="86400" cy="112014"/>
              </a:xfrm>
              <a:prstGeom prst="parallelogram">
                <a:avLst>
                  <a:gd name="adj" fmla="val 87408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98" name="TextBox 8">
              <a:extLst>
                <a:ext uri="{FF2B5EF4-FFF2-40B4-BE49-F238E27FC236}">
                  <a16:creationId xmlns:a16="http://schemas.microsoft.com/office/drawing/2014/main" id="{E5907B32-5667-47D5-9DCA-21AEFBE13FCE}"/>
                </a:ext>
              </a:extLst>
            </p:cNvPr>
            <p:cNvSpPr txBox="1"/>
            <p:nvPr/>
          </p:nvSpPr>
          <p:spPr>
            <a:xfrm>
              <a:off x="981123" y="1827681"/>
              <a:ext cx="234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600" b="1" dirty="0">
                  <a:solidFill>
                    <a:schemeClr val="tx2"/>
                  </a:solidFill>
                </a:rPr>
                <a:t>Monitoring and Incident </a:t>
              </a:r>
              <a:r>
                <a:rPr lang="fr-FR" sz="1600" b="1" dirty="0" err="1">
                  <a:solidFill>
                    <a:schemeClr val="tx2"/>
                  </a:solidFill>
                </a:rPr>
                <a:t>Response</a:t>
              </a:r>
              <a:endParaRPr lang="fr-FR" sz="1600" b="1" dirty="0">
                <a:solidFill>
                  <a:schemeClr val="tx2"/>
                </a:solidFill>
              </a:endParaRPr>
            </a:p>
          </p:txBody>
        </p:sp>
        <p:cxnSp>
          <p:nvCxnSpPr>
            <p:cNvPr id="199" name="Straight Connector 10">
              <a:extLst>
                <a:ext uri="{FF2B5EF4-FFF2-40B4-BE49-F238E27FC236}">
                  <a16:creationId xmlns:a16="http://schemas.microsoft.com/office/drawing/2014/main" id="{0E6849E7-55EF-497F-8BDB-10659B09E6B8}"/>
                </a:ext>
              </a:extLst>
            </p:cNvPr>
            <p:cNvCxnSpPr>
              <a:cxnSpLocks/>
            </p:cNvCxnSpPr>
            <p:nvPr/>
          </p:nvCxnSpPr>
          <p:spPr>
            <a:xfrm>
              <a:off x="981123" y="2486055"/>
              <a:ext cx="2340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Parallelogram 11">
              <a:extLst>
                <a:ext uri="{FF2B5EF4-FFF2-40B4-BE49-F238E27FC236}">
                  <a16:creationId xmlns:a16="http://schemas.microsoft.com/office/drawing/2014/main" id="{79F63BC7-1037-436C-80B3-B2B06ABF1997}"/>
                </a:ext>
              </a:extLst>
            </p:cNvPr>
            <p:cNvSpPr/>
            <p:nvPr/>
          </p:nvSpPr>
          <p:spPr>
            <a:xfrm>
              <a:off x="981123" y="2468055"/>
              <a:ext cx="360000" cy="18000"/>
            </a:xfrm>
            <a:prstGeom prst="parallelogram">
              <a:avLst>
                <a:gd name="adj" fmla="val 98714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1" name="TextBox 12">
              <a:extLst>
                <a:ext uri="{FF2B5EF4-FFF2-40B4-BE49-F238E27FC236}">
                  <a16:creationId xmlns:a16="http://schemas.microsoft.com/office/drawing/2014/main" id="{40AD6515-2139-4084-B5B0-64517062A2CF}"/>
                </a:ext>
              </a:extLst>
            </p:cNvPr>
            <p:cNvSpPr txBox="1"/>
            <p:nvPr/>
          </p:nvSpPr>
          <p:spPr>
            <a:xfrm>
              <a:off x="981123" y="1290248"/>
              <a:ext cx="2340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fr-FR" sz="1400" b="1" dirty="0">
                  <a:solidFill>
                    <a:schemeClr val="bg2"/>
                  </a:solidFill>
                </a:rPr>
                <a:t>07</a:t>
              </a:r>
              <a:endParaRPr lang="fr-FR" sz="140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569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44CCE7-84D8-1E9D-A80C-E8821328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170813"/>
            <a:ext cx="11016000" cy="369332"/>
          </a:xfrm>
        </p:spPr>
        <p:txBody>
          <a:bodyPr/>
          <a:lstStyle/>
          <a:p>
            <a:r>
              <a:rPr lang="fr-FR" dirty="0" err="1"/>
              <a:t>Snyk</a:t>
            </a:r>
            <a:r>
              <a:rPr lang="fr-FR" dirty="0"/>
              <a:t> </a:t>
            </a:r>
          </a:p>
        </p:txBody>
      </p:sp>
      <p:pic>
        <p:nvPicPr>
          <p:cNvPr id="288" name="Graphic 287">
            <a:extLst>
              <a:ext uri="{FF2B5EF4-FFF2-40B4-BE49-F238E27FC236}">
                <a16:creationId xmlns:a16="http://schemas.microsoft.com/office/drawing/2014/main" id="{0F24E982-3DE0-5DEF-BB24-713443440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850" y="3038976"/>
            <a:ext cx="540000" cy="540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3805C2AF-839B-40E9-8A34-4C65984377F8}"/>
              </a:ext>
            </a:extLst>
          </p:cNvPr>
          <p:cNvSpPr txBox="1"/>
          <p:nvPr/>
        </p:nvSpPr>
        <p:spPr>
          <a:xfrm>
            <a:off x="588000" y="889843"/>
            <a:ext cx="112886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</a:rPr>
              <a:t>Snyk</a:t>
            </a:r>
            <a:r>
              <a:rPr lang="en-US" b="1" dirty="0">
                <a:solidFill>
                  <a:srgbClr val="002060"/>
                </a:solidFill>
              </a:rPr>
              <a:t> – Security Built for DevOps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Identifies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vulnerabilities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Fully integrates </a:t>
            </a:r>
            <a:r>
              <a:rPr lang="en-US" dirty="0">
                <a:solidFill>
                  <a:srgbClr val="FF0000"/>
                </a:solidFill>
              </a:rPr>
              <a:t>into CI/CD </a:t>
            </a:r>
            <a:r>
              <a:rPr lang="en-US" dirty="0">
                <a:solidFill>
                  <a:schemeClr val="tx2"/>
                </a:solidFill>
              </a:rPr>
              <a:t>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Prioritizes risks</a:t>
            </a:r>
            <a:r>
              <a:rPr lang="en-US" dirty="0">
                <a:solidFill>
                  <a:schemeClr val="tx2"/>
                </a:solidFill>
              </a:rPr>
              <a:t> based on severity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Key Business Benefits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Reduces security exposure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Strengthens collaboration between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Continuous monitoring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Technical Approach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Static and dynamic code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Detects vulnerabilities in open-source components and containerized environments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Provides automated fix suggestions and integrates directly</a:t>
            </a:r>
          </a:p>
        </p:txBody>
      </p:sp>
    </p:spTree>
    <p:extLst>
      <p:ext uri="{BB962C8B-B14F-4D97-AF65-F5344CB8AC3E}">
        <p14:creationId xmlns:p14="http://schemas.microsoft.com/office/powerpoint/2010/main" val="345195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2344CCE7-84D8-1E9D-A80C-E8821328520B}"/>
              </a:ext>
            </a:extLst>
          </p:cNvPr>
          <p:cNvSpPr txBox="1">
            <a:spLocks/>
          </p:cNvSpPr>
          <p:nvPr/>
        </p:nvSpPr>
        <p:spPr>
          <a:xfrm>
            <a:off x="294456" y="142847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Application architecture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AB09FC-89A6-47A6-A72E-1F332150C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51" y="512179"/>
            <a:ext cx="6182011" cy="5578868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9F4FF52-BA43-4B18-A219-B2D1C93A7103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5285410" y="2319691"/>
            <a:ext cx="3098194" cy="69795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2D42C0D5-F38D-471E-B8D4-F8785E264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945" y="-76200"/>
            <a:ext cx="2514599" cy="6091047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0645B7F2-56EB-44FF-AFE8-01A9D2D8AFDC}"/>
              </a:ext>
            </a:extLst>
          </p:cNvPr>
          <p:cNvSpPr txBox="1"/>
          <p:nvPr/>
        </p:nvSpPr>
        <p:spPr>
          <a:xfrm>
            <a:off x="9648840" y="566154"/>
            <a:ext cx="1982803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i="1" dirty="0"/>
              <a:t>SBOM</a:t>
            </a:r>
            <a:r>
              <a:rPr lang="en-US" sz="600" dirty="0"/>
              <a:t>,</a:t>
            </a:r>
          </a:p>
          <a:p>
            <a:pPr algn="ctr"/>
            <a:r>
              <a:rPr lang="en-US" sz="600" dirty="0"/>
              <a:t> </a:t>
            </a:r>
            <a:r>
              <a:rPr lang="en-US" sz="600" i="1" dirty="0"/>
              <a:t>Manifest parsing</a:t>
            </a:r>
          </a:p>
          <a:p>
            <a:pPr algn="ctr"/>
            <a:r>
              <a:rPr lang="en-US" sz="600" dirty="0"/>
              <a:t> </a:t>
            </a:r>
            <a:r>
              <a:rPr lang="en-US" sz="600" i="1" dirty="0"/>
              <a:t>Dependency graph</a:t>
            </a:r>
            <a:endParaRPr lang="fr-FR" sz="6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A6D6EE9-8B97-4701-B385-6C265914A9F8}"/>
              </a:ext>
            </a:extLst>
          </p:cNvPr>
          <p:cNvSpPr txBox="1"/>
          <p:nvPr/>
        </p:nvSpPr>
        <p:spPr>
          <a:xfrm>
            <a:off x="9648841" y="1672833"/>
            <a:ext cx="1982803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600" i="1" dirty="0"/>
              <a:t>Image scanning</a:t>
            </a:r>
          </a:p>
          <a:p>
            <a:pPr algn="ctr"/>
            <a:r>
              <a:rPr lang="fr-FR" sz="600" dirty="0"/>
              <a:t> </a:t>
            </a:r>
            <a:r>
              <a:rPr lang="fr-FR" sz="600" i="1" dirty="0"/>
              <a:t>Layer </a:t>
            </a:r>
            <a:r>
              <a:rPr lang="fr-FR" sz="600" i="1" dirty="0" err="1"/>
              <a:t>analysis</a:t>
            </a:r>
            <a:endParaRPr lang="fr-FR" sz="600" i="1" dirty="0"/>
          </a:p>
          <a:p>
            <a:pPr algn="ctr"/>
            <a:r>
              <a:rPr lang="fr-FR" sz="600" dirty="0"/>
              <a:t> </a:t>
            </a:r>
            <a:r>
              <a:rPr lang="fr-FR" sz="600" i="1" dirty="0"/>
              <a:t>Base image </a:t>
            </a:r>
            <a:r>
              <a:rPr lang="fr-FR" sz="600" i="1" dirty="0" err="1"/>
              <a:t>CVEs</a:t>
            </a:r>
            <a:endParaRPr lang="en-US" sz="6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69D1FF1-FC3F-4BFC-B5BA-0197607410D0}"/>
              </a:ext>
            </a:extLst>
          </p:cNvPr>
          <p:cNvSpPr txBox="1"/>
          <p:nvPr/>
        </p:nvSpPr>
        <p:spPr>
          <a:xfrm>
            <a:off x="9648840" y="2894324"/>
            <a:ext cx="1982803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i="1" dirty="0"/>
              <a:t>SAST</a:t>
            </a:r>
          </a:p>
          <a:p>
            <a:pPr algn="ctr"/>
            <a:r>
              <a:rPr lang="en-US" sz="600" dirty="0"/>
              <a:t> </a:t>
            </a:r>
            <a:r>
              <a:rPr lang="en-US" sz="600" i="1" dirty="0"/>
              <a:t>Data flow</a:t>
            </a:r>
          </a:p>
          <a:p>
            <a:pPr algn="ctr"/>
            <a:r>
              <a:rPr lang="en-US" sz="600" i="1" dirty="0"/>
              <a:t>Taint analysis</a:t>
            </a:r>
            <a:endParaRPr lang="fr-FR" sz="600" i="1" dirty="0"/>
          </a:p>
        </p:txBody>
      </p:sp>
      <p:sp>
        <p:nvSpPr>
          <p:cNvPr id="38" name="Accolade ouvrante 37">
            <a:extLst>
              <a:ext uri="{FF2B5EF4-FFF2-40B4-BE49-F238E27FC236}">
                <a16:creationId xmlns:a16="http://schemas.microsoft.com/office/drawing/2014/main" id="{66D8F995-37C0-415C-AECF-15D14AA40679}"/>
              </a:ext>
            </a:extLst>
          </p:cNvPr>
          <p:cNvSpPr/>
          <p:nvPr/>
        </p:nvSpPr>
        <p:spPr>
          <a:xfrm>
            <a:off x="8383604" y="327513"/>
            <a:ext cx="760396" cy="53802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352A875-3B23-43EC-98F1-184268D0A3D4}"/>
              </a:ext>
            </a:extLst>
          </p:cNvPr>
          <p:cNvSpPr txBox="1"/>
          <p:nvPr/>
        </p:nvSpPr>
        <p:spPr>
          <a:xfrm>
            <a:off x="9648839" y="4203264"/>
            <a:ext cx="1982803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i="1" dirty="0"/>
              <a:t>CVE feeds</a:t>
            </a:r>
          </a:p>
          <a:p>
            <a:pPr algn="ctr"/>
            <a:r>
              <a:rPr lang="en-US" sz="600" dirty="0"/>
              <a:t> </a:t>
            </a:r>
            <a:r>
              <a:rPr lang="en-US" sz="600" i="1" dirty="0"/>
              <a:t>Security advisories</a:t>
            </a:r>
          </a:p>
          <a:p>
            <a:pPr algn="ctr"/>
            <a:r>
              <a:rPr lang="en-US" sz="600" dirty="0"/>
              <a:t> </a:t>
            </a:r>
            <a:r>
              <a:rPr lang="en-US" sz="600" i="1" dirty="0"/>
              <a:t>Vuln intelligence</a:t>
            </a:r>
            <a:endParaRPr lang="fr-FR" sz="600" i="1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3970EF2-2D8E-4F68-A113-2D4CC17E4FCE}"/>
              </a:ext>
            </a:extLst>
          </p:cNvPr>
          <p:cNvSpPr txBox="1"/>
          <p:nvPr/>
        </p:nvSpPr>
        <p:spPr>
          <a:xfrm>
            <a:off x="9648839" y="5456251"/>
            <a:ext cx="1982803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600" i="1" dirty="0"/>
              <a:t>CVSS </a:t>
            </a:r>
            <a:r>
              <a:rPr lang="fr-FR" sz="600" i="1" dirty="0" err="1"/>
              <a:t>scoring</a:t>
            </a:r>
            <a:endParaRPr lang="fr-FR" sz="600" i="1" dirty="0"/>
          </a:p>
          <a:p>
            <a:pPr algn="ctr"/>
            <a:r>
              <a:rPr lang="fr-FR" sz="600" dirty="0"/>
              <a:t> </a:t>
            </a:r>
            <a:r>
              <a:rPr lang="fr-FR" sz="600" i="1" dirty="0" err="1"/>
              <a:t>Exploitability</a:t>
            </a:r>
            <a:r>
              <a:rPr lang="fr-FR" sz="600" dirty="0"/>
              <a:t> </a:t>
            </a:r>
          </a:p>
          <a:p>
            <a:pPr algn="ctr"/>
            <a:r>
              <a:rPr lang="fr-FR" sz="600" i="1" dirty="0" err="1"/>
              <a:t>Reachability</a:t>
            </a:r>
            <a:endParaRPr lang="en-US" sz="600" i="1" dirty="0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61AD930B-A605-40A5-A702-3B1D0CE7EB9F}"/>
              </a:ext>
            </a:extLst>
          </p:cNvPr>
          <p:cNvSpPr/>
          <p:nvPr/>
        </p:nvSpPr>
        <p:spPr>
          <a:xfrm>
            <a:off x="4379495" y="320546"/>
            <a:ext cx="2274062" cy="12579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14ED901-1274-4F78-A1A4-1E167BD1823F}"/>
              </a:ext>
            </a:extLst>
          </p:cNvPr>
          <p:cNvSpPr txBox="1"/>
          <p:nvPr/>
        </p:nvSpPr>
        <p:spPr>
          <a:xfrm>
            <a:off x="4880008" y="843153"/>
            <a:ext cx="150765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600" b="1" dirty="0"/>
              <a:t>CI/CD CHAIN</a:t>
            </a:r>
          </a:p>
        </p:txBody>
      </p:sp>
    </p:spTree>
    <p:extLst>
      <p:ext uri="{BB962C8B-B14F-4D97-AF65-F5344CB8AC3E}">
        <p14:creationId xmlns:p14="http://schemas.microsoft.com/office/powerpoint/2010/main" val="162088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C567A-865C-46E5-9F1F-395A284C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Security Tools: </a:t>
            </a:r>
            <a:r>
              <a:rPr lang="en-US" dirty="0" err="1"/>
              <a:t>Snyk</a:t>
            </a:r>
            <a:r>
              <a:rPr lang="en-US" dirty="0"/>
              <a:t> in Your </a:t>
            </a:r>
            <a:r>
              <a:rPr lang="en-US" dirty="0" err="1"/>
              <a:t>DevSecOps</a:t>
            </a:r>
            <a:r>
              <a:rPr lang="en-US" dirty="0"/>
              <a:t> Stack</a:t>
            </a:r>
            <a:endParaRPr lang="fr-FR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CF4F924-E732-4291-9FDB-E56737D3C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070" y="5064673"/>
            <a:ext cx="66399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Snyk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Best for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Source Security +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remediation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-Track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Best for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enterprise-wide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Trivy /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SAST /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SonarQube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Cover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containers, code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code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15155C01-2923-441C-90B3-E06733459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29660"/>
              </p:ext>
            </p:extLst>
          </p:nvPr>
        </p:nvGraphicFramePr>
        <p:xfrm>
          <a:off x="943276" y="990355"/>
          <a:ext cx="10299030" cy="38222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16505">
                  <a:extLst>
                    <a:ext uri="{9D8B030D-6E8A-4147-A177-3AD203B41FA5}">
                      <a16:colId xmlns:a16="http://schemas.microsoft.com/office/drawing/2014/main" val="1790495799"/>
                    </a:ext>
                  </a:extLst>
                </a:gridCol>
                <a:gridCol w="1716505">
                  <a:extLst>
                    <a:ext uri="{9D8B030D-6E8A-4147-A177-3AD203B41FA5}">
                      <a16:colId xmlns:a16="http://schemas.microsoft.com/office/drawing/2014/main" val="1851630355"/>
                    </a:ext>
                  </a:extLst>
                </a:gridCol>
                <a:gridCol w="1716505">
                  <a:extLst>
                    <a:ext uri="{9D8B030D-6E8A-4147-A177-3AD203B41FA5}">
                      <a16:colId xmlns:a16="http://schemas.microsoft.com/office/drawing/2014/main" val="4110927236"/>
                    </a:ext>
                  </a:extLst>
                </a:gridCol>
                <a:gridCol w="1716505">
                  <a:extLst>
                    <a:ext uri="{9D8B030D-6E8A-4147-A177-3AD203B41FA5}">
                      <a16:colId xmlns:a16="http://schemas.microsoft.com/office/drawing/2014/main" val="2657160883"/>
                    </a:ext>
                  </a:extLst>
                </a:gridCol>
                <a:gridCol w="1716505">
                  <a:extLst>
                    <a:ext uri="{9D8B030D-6E8A-4147-A177-3AD203B41FA5}">
                      <a16:colId xmlns:a16="http://schemas.microsoft.com/office/drawing/2014/main" val="3252448908"/>
                    </a:ext>
                  </a:extLst>
                </a:gridCol>
                <a:gridCol w="1716505">
                  <a:extLst>
                    <a:ext uri="{9D8B030D-6E8A-4147-A177-3AD203B41FA5}">
                      <a16:colId xmlns:a16="http://schemas.microsoft.com/office/drawing/2014/main" val="1382159563"/>
                    </a:ext>
                  </a:extLst>
                </a:gridCol>
              </a:tblGrid>
              <a:tr h="174827">
                <a:tc>
                  <a:txBody>
                    <a:bodyPr/>
                    <a:lstStyle/>
                    <a:p>
                      <a:r>
                        <a:rPr lang="fr-FR" sz="600"/>
                        <a:t>Capability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Trivy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GitLab SAST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SonarQube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Snyk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Dependency-Track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1973467745"/>
                  </a:ext>
                </a:extLst>
              </a:tr>
              <a:tr h="125923">
                <a:tc>
                  <a:txBody>
                    <a:bodyPr/>
                    <a:lstStyle/>
                    <a:p>
                      <a:r>
                        <a:rPr lang="fr-FR" sz="600" b="1" dirty="0"/>
                        <a:t>SAST (Security)</a:t>
                      </a:r>
                      <a:endParaRPr lang="fr-FR" sz="600" dirty="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 dirty="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 dirty="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 dirty="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 dirty="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 dirty="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3071987698"/>
                  </a:ext>
                </a:extLst>
              </a:tr>
              <a:tr h="174827">
                <a:tc>
                  <a:txBody>
                    <a:bodyPr/>
                    <a:lstStyle/>
                    <a:p>
                      <a:r>
                        <a:rPr lang="fr-FR" sz="600" b="1"/>
                        <a:t>Code Quality / Maintainability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721005171"/>
                  </a:ext>
                </a:extLst>
              </a:tr>
              <a:tr h="249754">
                <a:tc>
                  <a:txBody>
                    <a:bodyPr/>
                    <a:lstStyle/>
                    <a:p>
                      <a:r>
                        <a:rPr lang="en-US" sz="600" b="1"/>
                        <a:t>Open Source Dependency Security (SCA)</a:t>
                      </a:r>
                      <a:endParaRPr lang="en-US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3082454286"/>
                  </a:ext>
                </a:extLst>
              </a:tr>
              <a:tr h="249754">
                <a:tc>
                  <a:txBody>
                    <a:bodyPr/>
                    <a:lstStyle/>
                    <a:p>
                      <a:r>
                        <a:rPr lang="fr-FR" sz="600" b="1"/>
                        <a:t>Transitive Dependency Analysis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1295426310"/>
                  </a:ext>
                </a:extLst>
              </a:tr>
              <a:tr h="249754">
                <a:tc>
                  <a:txBody>
                    <a:bodyPr/>
                    <a:lstStyle/>
                    <a:p>
                      <a:r>
                        <a:rPr lang="fr-FR" sz="600" b="1"/>
                        <a:t>Container Image Scanning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584936624"/>
                  </a:ext>
                </a:extLst>
              </a:tr>
              <a:tr h="324680">
                <a:tc>
                  <a:txBody>
                    <a:bodyPr/>
                    <a:lstStyle/>
                    <a:p>
                      <a:r>
                        <a:rPr lang="fr-FR" sz="600" b="1"/>
                        <a:t>Infrastructure as Code Scanning (IaC)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3614058268"/>
                  </a:ext>
                </a:extLst>
              </a:tr>
              <a:tr h="249754">
                <a:tc>
                  <a:txBody>
                    <a:bodyPr/>
                    <a:lstStyle/>
                    <a:p>
                      <a:r>
                        <a:rPr lang="fr-FR" sz="600" b="1"/>
                        <a:t>OS Package Vulnerability Detection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2666032579"/>
                  </a:ext>
                </a:extLst>
              </a:tr>
              <a:tr h="174827">
                <a:tc>
                  <a:txBody>
                    <a:bodyPr/>
                    <a:lstStyle/>
                    <a:p>
                      <a:r>
                        <a:rPr lang="fr-FR" sz="600" b="1"/>
                        <a:t>Automated Fix Suggestions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1619992762"/>
                  </a:ext>
                </a:extLst>
              </a:tr>
              <a:tr h="249754">
                <a:tc>
                  <a:txBody>
                    <a:bodyPr/>
                    <a:lstStyle/>
                    <a:p>
                      <a:r>
                        <a:rPr lang="en-US" sz="600" b="1"/>
                        <a:t>Automatic Pull Requests for Fixes</a:t>
                      </a:r>
                      <a:endParaRPr lang="en-US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972011254"/>
                  </a:ext>
                </a:extLst>
              </a:tr>
              <a:tr h="324680">
                <a:tc>
                  <a:txBody>
                    <a:bodyPr/>
                    <a:lstStyle/>
                    <a:p>
                      <a:r>
                        <a:rPr lang="fr-FR" sz="600" b="1"/>
                        <a:t>Vulnerability Path / Exploitability Info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1556753681"/>
                  </a:ext>
                </a:extLst>
              </a:tr>
              <a:tr h="174827">
                <a:tc>
                  <a:txBody>
                    <a:bodyPr/>
                    <a:lstStyle/>
                    <a:p>
                      <a:r>
                        <a:rPr lang="fr-FR" sz="600" b="1"/>
                        <a:t>IDE Security Scanning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2807360086"/>
                  </a:ext>
                </a:extLst>
              </a:tr>
              <a:tr h="174827">
                <a:tc>
                  <a:txBody>
                    <a:bodyPr/>
                    <a:lstStyle/>
                    <a:p>
                      <a:r>
                        <a:rPr lang="fr-FR" sz="600" b="1"/>
                        <a:t>CLI Local Scanning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1545777548"/>
                  </a:ext>
                </a:extLst>
              </a:tr>
              <a:tr h="174827">
                <a:tc>
                  <a:txBody>
                    <a:bodyPr/>
                    <a:lstStyle/>
                    <a:p>
                      <a:r>
                        <a:rPr lang="fr-FR" sz="600" b="1"/>
                        <a:t>CI/CD Integration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1405567203"/>
                  </a:ext>
                </a:extLst>
              </a:tr>
              <a:tr h="174827">
                <a:tc>
                  <a:txBody>
                    <a:bodyPr/>
                    <a:lstStyle/>
                    <a:p>
                      <a:r>
                        <a:rPr lang="fr-FR" sz="600" b="1"/>
                        <a:t>Shift-Left Security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2828366535"/>
                  </a:ext>
                </a:extLst>
              </a:tr>
              <a:tr h="249754">
                <a:tc>
                  <a:txBody>
                    <a:bodyPr/>
                    <a:lstStyle/>
                    <a:p>
                      <a:r>
                        <a:rPr lang="fr-FR" sz="600" b="1"/>
                        <a:t>Developer-Focused UX / Dashboard</a:t>
                      </a:r>
                      <a:endParaRPr lang="fr-FR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3708695613"/>
                  </a:ext>
                </a:extLst>
              </a:tr>
              <a:tr h="324680">
                <a:tc>
                  <a:txBody>
                    <a:bodyPr/>
                    <a:lstStyle/>
                    <a:p>
                      <a:r>
                        <a:rPr lang="en-US" sz="600" b="1"/>
                        <a:t>Dedicated Open Source Vulnerability DB</a:t>
                      </a:r>
                      <a:endParaRPr lang="en-US" sz="600"/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⚠️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❌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/>
                        <a:t>✅</a:t>
                      </a:r>
                    </a:p>
                  </a:txBody>
                  <a:tcPr marL="29870" marR="29870" marT="14935" marB="14935" anchor="ctr"/>
                </a:tc>
                <a:tc>
                  <a:txBody>
                    <a:bodyPr/>
                    <a:lstStyle/>
                    <a:p>
                      <a:r>
                        <a:rPr lang="fr-FR" sz="600" dirty="0"/>
                        <a:t>✅</a:t>
                      </a:r>
                    </a:p>
                  </a:txBody>
                  <a:tcPr marL="29870" marR="29870" marT="14935" marB="14935" anchor="ctr"/>
                </a:tc>
                <a:extLst>
                  <a:ext uri="{0D108BD9-81ED-4DB2-BD59-A6C34878D82A}">
                    <a16:rowId xmlns:a16="http://schemas.microsoft.com/office/drawing/2014/main" val="2878861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57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hlinkClick r:id="rId2"/>
            <a:extLst>
              <a:ext uri="{FF2B5EF4-FFF2-40B4-BE49-F238E27FC236}">
                <a16:creationId xmlns:a16="http://schemas.microsoft.com/office/drawing/2014/main" id="{24AA2085-1688-4540-9057-FC4DF483C494}"/>
              </a:ext>
            </a:extLst>
          </p:cNvPr>
          <p:cNvSpPr txBox="1">
            <a:spLocks/>
          </p:cNvSpPr>
          <p:nvPr/>
        </p:nvSpPr>
        <p:spPr>
          <a:xfrm>
            <a:off x="4757031" y="2034257"/>
            <a:ext cx="2110412" cy="84638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500" dirty="0"/>
              <a:t>DEMO</a:t>
            </a:r>
          </a:p>
        </p:txBody>
      </p:sp>
      <p:sp>
        <p:nvSpPr>
          <p:cNvPr id="11" name="Title 5">
            <a:hlinkClick r:id="rId2"/>
            <a:extLst>
              <a:ext uri="{FF2B5EF4-FFF2-40B4-BE49-F238E27FC236}">
                <a16:creationId xmlns:a16="http://schemas.microsoft.com/office/drawing/2014/main" id="{81D59B81-11EA-4817-8C94-1DA775BB2BCF}"/>
              </a:ext>
            </a:extLst>
          </p:cNvPr>
          <p:cNvSpPr txBox="1">
            <a:spLocks/>
          </p:cNvSpPr>
          <p:nvPr/>
        </p:nvSpPr>
        <p:spPr>
          <a:xfrm>
            <a:off x="5181238" y="3005807"/>
            <a:ext cx="3141181" cy="84638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u="sng" dirty="0" err="1">
                <a:solidFill>
                  <a:schemeClr val="bg2"/>
                </a:solidFill>
              </a:rPr>
              <a:t>Snyk</a:t>
            </a:r>
            <a:r>
              <a:rPr lang="fr-FR" sz="5500" u="sng" dirty="0">
                <a:solidFill>
                  <a:schemeClr val="bg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0036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A34F64-3820-43FE-B287-379A3BE6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Security Impact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B40155-595A-401F-A641-64AF00B7D0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1199718"/>
            <a:ext cx="11016000" cy="4458563"/>
          </a:xfrm>
        </p:spPr>
        <p:txBody>
          <a:bodyPr/>
          <a:lstStyle/>
          <a:p>
            <a:pPr marL="0" indent="0" algn="just">
              <a:buNone/>
            </a:pPr>
            <a:r>
              <a:rPr lang="fr-FR" dirty="0"/>
              <a:t>    Impact ;</a:t>
            </a:r>
          </a:p>
          <a:p>
            <a:pPr marL="0" indent="0" algn="just">
              <a:buNone/>
            </a:pPr>
            <a:endParaRPr lang="fr-FR" dirty="0"/>
          </a:p>
          <a:p>
            <a:r>
              <a:rPr lang="fr-FR" dirty="0"/>
              <a:t>➡️ </a:t>
            </a:r>
            <a:r>
              <a:rPr lang="fr-FR" dirty="0" err="1"/>
              <a:t>Faster</a:t>
            </a:r>
            <a:r>
              <a:rPr lang="fr-FR" dirty="0"/>
              <a:t> </a:t>
            </a:r>
            <a:r>
              <a:rPr lang="fr-FR" dirty="0" err="1"/>
              <a:t>vulnerability</a:t>
            </a:r>
            <a:r>
              <a:rPr lang="fr-FR" dirty="0"/>
              <a:t> </a:t>
            </a:r>
            <a:r>
              <a:rPr lang="fr-FR" dirty="0" err="1"/>
              <a:t>remediation</a:t>
            </a:r>
            <a:endParaRPr lang="fr-FR" dirty="0"/>
          </a:p>
          <a:p>
            <a:r>
              <a:rPr lang="fr-FR" dirty="0"/>
              <a:t>➡️ </a:t>
            </a:r>
            <a:r>
              <a:rPr lang="fr-FR" dirty="0" err="1"/>
              <a:t>Reduced</a:t>
            </a:r>
            <a:r>
              <a:rPr lang="fr-FR" dirty="0"/>
              <a:t> </a:t>
            </a:r>
            <a:r>
              <a:rPr lang="fr-FR" dirty="0" err="1"/>
              <a:t>security</a:t>
            </a:r>
            <a:r>
              <a:rPr lang="fr-FR" dirty="0"/>
              <a:t> </a:t>
            </a:r>
            <a:r>
              <a:rPr lang="fr-FR" dirty="0" err="1"/>
              <a:t>risks</a:t>
            </a:r>
            <a:r>
              <a:rPr lang="fr-FR" dirty="0"/>
              <a:t> in applications</a:t>
            </a:r>
          </a:p>
          <a:p>
            <a:r>
              <a:rPr lang="fr-FR" dirty="0"/>
              <a:t>➡️ </a:t>
            </a:r>
            <a:r>
              <a:rPr lang="fr-FR" dirty="0" err="1"/>
              <a:t>Stronger</a:t>
            </a:r>
            <a:r>
              <a:rPr lang="fr-FR" dirty="0"/>
              <a:t> </a:t>
            </a:r>
            <a:r>
              <a:rPr lang="fr-FR" dirty="0" err="1"/>
              <a:t>DevSecOps</a:t>
            </a:r>
            <a:r>
              <a:rPr lang="fr-FR" dirty="0"/>
              <a:t> </a:t>
            </a:r>
            <a:r>
              <a:rPr lang="fr-FR" dirty="0" err="1"/>
              <a:t>security</a:t>
            </a:r>
            <a:r>
              <a:rPr lang="fr-FR" dirty="0"/>
              <a:t> posture</a:t>
            </a:r>
          </a:p>
          <a:p>
            <a:r>
              <a:rPr lang="fr-FR" dirty="0"/>
              <a:t>➡️ </a:t>
            </a:r>
            <a:r>
              <a:rPr lang="fr-FR" dirty="0" err="1"/>
              <a:t>Early</a:t>
            </a:r>
            <a:r>
              <a:rPr lang="fr-FR" dirty="0"/>
              <a:t> </a:t>
            </a:r>
            <a:r>
              <a:rPr lang="fr-FR" dirty="0" err="1"/>
              <a:t>vulnerability</a:t>
            </a:r>
            <a:r>
              <a:rPr lang="fr-FR" dirty="0"/>
              <a:t> </a:t>
            </a:r>
            <a:r>
              <a:rPr lang="fr-FR" dirty="0" err="1"/>
              <a:t>detection</a:t>
            </a:r>
            <a:r>
              <a:rPr lang="fr-FR" dirty="0"/>
              <a:t> in the CI/CD pipeline</a:t>
            </a:r>
          </a:p>
          <a:p>
            <a:r>
              <a:rPr lang="fr-FR" dirty="0"/>
              <a:t>➡️ </a:t>
            </a:r>
            <a:r>
              <a:rPr lang="fr-FR" dirty="0" err="1"/>
              <a:t>Improved</a:t>
            </a:r>
            <a:r>
              <a:rPr lang="fr-FR" dirty="0"/>
              <a:t> application </a:t>
            </a:r>
            <a:r>
              <a:rPr lang="fr-FR" dirty="0" err="1"/>
              <a:t>reliability</a:t>
            </a:r>
            <a:endParaRPr lang="fr-FR" dirty="0"/>
          </a:p>
          <a:p>
            <a:r>
              <a:rPr lang="fr-FR" dirty="0"/>
              <a:t>➡️ </a:t>
            </a:r>
            <a:r>
              <a:rPr lang="fr-FR" dirty="0" err="1"/>
              <a:t>Continuous</a:t>
            </a:r>
            <a:r>
              <a:rPr lang="fr-FR" dirty="0"/>
              <a:t> </a:t>
            </a:r>
            <a:r>
              <a:rPr lang="fr-FR" dirty="0" err="1"/>
              <a:t>security</a:t>
            </a:r>
            <a:r>
              <a:rPr lang="fr-FR" dirty="0"/>
              <a:t> monitoring</a:t>
            </a:r>
          </a:p>
          <a:p>
            <a:r>
              <a:rPr lang="en-US" dirty="0"/>
              <a:t>➡️ </a:t>
            </a:r>
            <a:r>
              <a:rPr lang="en-US" b="1" dirty="0"/>
              <a:t>Replacement of multiple security tools through a unified platform</a:t>
            </a:r>
            <a:endParaRPr lang="fr-FR" dirty="0"/>
          </a:p>
          <a:p>
            <a:endParaRPr lang="fr-FR" dirty="0"/>
          </a:p>
          <a:p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53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Thales">
      <a:dk1>
        <a:srgbClr val="181A22"/>
      </a:dk1>
      <a:lt1>
        <a:srgbClr val="FFFFFF"/>
      </a:lt1>
      <a:dk2>
        <a:srgbClr val="242A75"/>
      </a:dk2>
      <a:lt2>
        <a:srgbClr val="00BBDD"/>
      </a:lt2>
      <a:accent1>
        <a:srgbClr val="AE2573"/>
      </a:accent1>
      <a:accent2>
        <a:srgbClr val="7C7FAB"/>
      </a:accent2>
      <a:accent3>
        <a:srgbClr val="00AB8E"/>
      </a:accent3>
      <a:accent4>
        <a:srgbClr val="EE2737"/>
      </a:accent4>
      <a:accent5>
        <a:srgbClr val="FFA300"/>
      </a:accent5>
      <a:accent6>
        <a:srgbClr val="FDDA24"/>
      </a:accent6>
      <a:hlink>
        <a:srgbClr val="242A75"/>
      </a:hlink>
      <a:folHlink>
        <a:srgbClr val="242A7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>
                <a:alpha val="0"/>
              </a:schemeClr>
            </a:gs>
            <a:gs pos="100000">
              <a:schemeClr val="tx2"/>
            </a:gs>
          </a:gsLst>
          <a:lin ang="168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ales_PPT_Template_2023_-_EN_-_22112023.pptx" id="{9ED50DAC-D86A-4259-B1A4-32128E2C49B8}" vid="{5ECFFC97-9439-4897-8D13-DA18DC1BC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OneAccess - OSS - Quick Start Guide (FR)</Template>
  <TotalTime>4066</TotalTime>
  <Words>398</Words>
  <Application>Microsoft Office PowerPoint</Application>
  <PresentationFormat>Grand écran</PresentationFormat>
  <Paragraphs>171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Thème Office</vt:lpstr>
      <vt:lpstr>Towards a Secure DevOps Pipeline</vt:lpstr>
      <vt:lpstr>Seven Key Security Domains in DevSecOp</vt:lpstr>
      <vt:lpstr>Snyk </vt:lpstr>
      <vt:lpstr>Présentation PowerPoint</vt:lpstr>
      <vt:lpstr>Comparing Security Tools: Snyk in Your DevSecOps Stack</vt:lpstr>
      <vt:lpstr>Présentation PowerPoint</vt:lpstr>
      <vt:lpstr>Security Impact</vt:lpstr>
    </vt:vector>
  </TitlesOfParts>
  <Company>Thales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OneAccess</dc:title>
  <dc:subject>Thales Group Template;</dc:subject>
  <dc:creator>Mohammed BENHATTA</dc:creator>
  <cp:keywords>Thales Group Template</cp:keywords>
  <cp:lastModifiedBy>LOUHICHI Ilhan</cp:lastModifiedBy>
  <cp:revision>139</cp:revision>
  <dcterms:created xsi:type="dcterms:W3CDTF">2025-10-02T13:01:44Z</dcterms:created>
  <dcterms:modified xsi:type="dcterms:W3CDTF">2026-03-12T14:28:17Z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970a7-9045-4e66-851b-0f6441328e62_Enabled">
    <vt:lpwstr>true</vt:lpwstr>
  </property>
  <property fmtid="{D5CDD505-2E9C-101B-9397-08002B2CF9AE}" pid="3" name="MSIP_Label_ff3970a7-9045-4e66-851b-0f6441328e62_SetDate">
    <vt:lpwstr>2026-03-12T14:28:17Z</vt:lpwstr>
  </property>
  <property fmtid="{D5CDD505-2E9C-101B-9397-08002B2CF9AE}" pid="4" name="MSIP_Label_ff3970a7-9045-4e66-851b-0f6441328e62_Method">
    <vt:lpwstr>Privileged</vt:lpwstr>
  </property>
  <property fmtid="{D5CDD505-2E9C-101B-9397-08002B2CF9AE}" pid="5" name="MSIP_Label_ff3970a7-9045-4e66-851b-0f6441328e62_Name">
    <vt:lpwstr>THALES-CORE-02</vt:lpwstr>
  </property>
  <property fmtid="{D5CDD505-2E9C-101B-9397-08002B2CF9AE}" pid="6" name="MSIP_Label_ff3970a7-9045-4e66-851b-0f6441328e62_SiteId">
    <vt:lpwstr>6e603289-5e46-4e26-ac7c-03a85420a9a5</vt:lpwstr>
  </property>
  <property fmtid="{D5CDD505-2E9C-101B-9397-08002B2CF9AE}" pid="7" name="MSIP_Label_ff3970a7-9045-4e66-851b-0f6441328e62_ActionId">
    <vt:lpwstr>9188cc94-bef6-48eb-9f4f-73184950c6ad</vt:lpwstr>
  </property>
  <property fmtid="{D5CDD505-2E9C-101B-9397-08002B2CF9AE}" pid="8" name="MSIP_Label_ff3970a7-9045-4e66-851b-0f6441328e62_ContentBits">
    <vt:lpwstr>3</vt:lpwstr>
  </property>
  <property fmtid="{D5CDD505-2E9C-101B-9397-08002B2CF9AE}" pid="9" name="Thales-Sensitivity">
    <vt:lpwstr>{TGLIMDIS}</vt:lpwstr>
  </property>
  <property fmtid="{D5CDD505-2E9C-101B-9397-08002B2CF9AE}" pid="10" name="DLPManualFileClassification">
    <vt:lpwstr>{FF3970A7-9045-4E66-851B-0F6441328E62}</vt:lpwstr>
  </property>
</Properties>
</file>